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39000f9dc546cc" /><Relationship Type="http://schemas.openxmlformats.org/officeDocument/2006/relationships/extended-properties" Target="/docProps/app.xml" Id="R083ea22e250f4995" /><Relationship Type="http://schemas.openxmlformats.org/officeDocument/2006/relationships/officeDocument" Target="/ppt/presentation.xml" Id="Rf544d8d77d93424d" /></Relationships>
</file>

<file path=ppt/presentation.xml><?xml version="1.0" encoding="utf-8"?>
<p:presentation xmlns:p="http://schemas.openxmlformats.org/presentationml/2006/main">
  <p:sldMasterIdLst>
    <p:sldMasterId xmlns:r="http://schemas.openxmlformats.org/officeDocument/2006/relationships" id="2147483648" r:id="R06ed3c85ebae43b9"/>
  </p:sldMasterIdLst>
  <p:notesMasterIdLst>
    <p:notesMasterId xmlns:r="http://schemas.openxmlformats.org/officeDocument/2006/relationships" r:id="R7f5e804332f44cc4"/>
  </p:notesMasterIdLst>
  <p:sldIdLst>
    <p:sldId xmlns:r="http://schemas.openxmlformats.org/officeDocument/2006/relationships" id="256" r:id="R2afb3a267ac54c63"/>
    <p:sldId xmlns:r="http://schemas.openxmlformats.org/officeDocument/2006/relationships" id="257" r:id="R10d15c03d21c4a02"/>
    <p:sldId xmlns:r="http://schemas.openxmlformats.org/officeDocument/2006/relationships" id="258" r:id="Ref69afa8101c45c0"/>
    <p:sldId xmlns:r="http://schemas.openxmlformats.org/officeDocument/2006/relationships" id="259" r:id="R8029c1b6da894d91"/>
    <p:sldId xmlns:r="http://schemas.openxmlformats.org/officeDocument/2006/relationships" id="260" r:id="R0f9b98ff58ba40c2"/>
    <p:sldId xmlns:r="http://schemas.openxmlformats.org/officeDocument/2006/relationships" id="261" r:id="R8d367922d4e24332"/>
    <p:sldId xmlns:r="http://schemas.openxmlformats.org/officeDocument/2006/relationships" id="262" r:id="R2c7a67580be347b9"/>
    <p:sldId xmlns:r="http://schemas.openxmlformats.org/officeDocument/2006/relationships" id="263" r:id="Rc90a1fad0f5b490e"/>
    <p:sldId xmlns:r="http://schemas.openxmlformats.org/officeDocument/2006/relationships" id="264" r:id="Rc5c4eb4da60746ea"/>
    <p:sldId xmlns:r="http://schemas.openxmlformats.org/officeDocument/2006/relationships" id="265" r:id="R1e565f9d25d442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3c070bb3f24db7" /><Relationship Type="http://schemas.openxmlformats.org/officeDocument/2006/relationships/slideMaster" Target="/ppt/slideMasters/slideMaster1.xml" Id="R06ed3c85ebae43b9" /><Relationship Type="http://schemas.openxmlformats.org/officeDocument/2006/relationships/notesMaster" Target="/ppt/notesMasters/notesMaster1.xml" Id="R7f5e804332f44cc4" /><Relationship Type="http://schemas.openxmlformats.org/officeDocument/2006/relationships/presProps" Target="/ppt/presProps.xml" Id="R748437f0524e48c0" /><Relationship Type="http://schemas.openxmlformats.org/officeDocument/2006/relationships/tableStyles" Target="/ppt/tableStyles.xml" Id="Rc39ab7571e19487d" /><Relationship Type="http://schemas.openxmlformats.org/officeDocument/2006/relationships/slide" Target="/ppt/slides/slide1.xml" Id="R2afb3a267ac54c63" /><Relationship Type="http://schemas.openxmlformats.org/officeDocument/2006/relationships/slide" Target="/ppt/slides/slide2.xml" Id="R10d15c03d21c4a02" /><Relationship Type="http://schemas.openxmlformats.org/officeDocument/2006/relationships/slide" Target="/ppt/slides/slide3.xml" Id="Ref69afa8101c45c0" /><Relationship Type="http://schemas.openxmlformats.org/officeDocument/2006/relationships/slide" Target="/ppt/slides/slide4.xml" Id="R8029c1b6da894d91" /><Relationship Type="http://schemas.openxmlformats.org/officeDocument/2006/relationships/slide" Target="/ppt/slides/slide5.xml" Id="R0f9b98ff58ba40c2" /><Relationship Type="http://schemas.openxmlformats.org/officeDocument/2006/relationships/slide" Target="/ppt/slides/slide6.xml" Id="R8d367922d4e24332" /><Relationship Type="http://schemas.openxmlformats.org/officeDocument/2006/relationships/slide" Target="/ppt/slides/slide7.xml" Id="R2c7a67580be347b9" /><Relationship Type="http://schemas.openxmlformats.org/officeDocument/2006/relationships/slide" Target="/ppt/slides/slide8.xml" Id="Rc90a1fad0f5b490e" /><Relationship Type="http://schemas.openxmlformats.org/officeDocument/2006/relationships/slide" Target="/ppt/slides/slide9.xml" Id="Rc5c4eb4da60746ea" /><Relationship Type="http://schemas.openxmlformats.org/officeDocument/2006/relationships/slide" Target="/ppt/slides/slide10.xml" Id="R1e565f9d25d442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98259edd1447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64aab87a1140ec" /><Relationship Type="http://schemas.openxmlformats.org/officeDocument/2006/relationships/notesMaster" Target="/ppt/notesMasters/notesMaster1.xml" Id="Rafa39947b00847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705789ec154c5f" /><Relationship Type="http://schemas.openxmlformats.org/officeDocument/2006/relationships/notesMaster" Target="/ppt/notesMasters/notesMaster1.xml" Id="R5dcacb43d10f4e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ef6be319f04f21" /><Relationship Type="http://schemas.openxmlformats.org/officeDocument/2006/relationships/notesMaster" Target="/ppt/notesMasters/notesMaster1.xml" Id="R85d1ef2b6ada4b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f754398ade4a75" /><Relationship Type="http://schemas.openxmlformats.org/officeDocument/2006/relationships/notesMaster" Target="/ppt/notesMasters/notesMaster1.xml" Id="R4b266430921049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13c6f921aa480a" /><Relationship Type="http://schemas.openxmlformats.org/officeDocument/2006/relationships/notesMaster" Target="/ppt/notesMasters/notesMaster1.xml" Id="R9bccaa2c0a254d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a5f479d0114f2e" /><Relationship Type="http://schemas.openxmlformats.org/officeDocument/2006/relationships/notesMaster" Target="/ppt/notesMasters/notesMaster1.xml" Id="R1f16def591834d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0b6e6ea746467d" /><Relationship Type="http://schemas.openxmlformats.org/officeDocument/2006/relationships/notesMaster" Target="/ppt/notesMasters/notesMaster1.xml" Id="R89b9fc25de914b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21607c0ab14c7e" /><Relationship Type="http://schemas.openxmlformats.org/officeDocument/2006/relationships/notesMaster" Target="/ppt/notesMasters/notesMaster1.xml" Id="R0bf39fdbbee146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b9a2995b1e454e" /><Relationship Type="http://schemas.openxmlformats.org/officeDocument/2006/relationships/notesMaster" Target="/ppt/notesMasters/notesMaster1.xml" Id="Re5a2c779c8a94a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960c0d89a44f99" /><Relationship Type="http://schemas.openxmlformats.org/officeDocument/2006/relationships/notesMaster" Target="/ppt/notesMasters/notesMaster1.xml" Id="R67218b02ab1440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el caso de la empresa y explicar que se revisan tanto la consigna como el estado real del repositorio. Completar integrantes e institución antes de exponer.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Word aporta capturas de un repo y PR fusionado. La inspección local confirma ramas y workflow en edición. La versión del workflow aún debe subirse y pasar en Actions. El stack real es Vite y TypeScript, no Angular. Preguntar al docente si acepta equivalencia o exige una demostración Angular separada.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rama guarda una línea de trabajo; un commit registra un estado y merge integra historias. Git Flow define ramas de larga duración para ciclos de release. Trunk Based Development integra cambios pequeños con alta frecuencia y ramas cortas. Para un grupo de dos y entregas pequeñas, el flujo corto es más simple. Fuentes: Chacon y Straub (2014), Driessen (2010), Trunk Based Development (s. 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revisión permite comentarios generales o por línea, sugerencias y decisión approve/request changes. El PR vincula Issue y cambio propuesto. La captura del Word prueba la fusión anterior; para este incremento deben conservar el PR y la ejecución del workflow actualizados. Fuente: GitHub Docs, Giving reviews.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que Spec Kit estructura el ciclo Specify, Plan, Tasks, Implement y Converge. En este proyecto se añadieron artefactos manuales equivalentes, no se afirma haber ejecutado la CLI. Los límites del DTO son validación de entrada, no recomendaciones de manejo acuícola. Fuentes: GitHub Spec Kit (2026), repositorio y conceptos SDD.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versión local del workflow usa npm ci para reproducir dependencias. Frontend ejecuta npm run build. Backend ejecuta npm test y node --check en los archivos de servidor. CI entrega feedback; deploy continuo requiere infraestructura y credenciales que no están configuradas. Fuentes: GitHub, Building and testing Node.js; DORA, Continuous integration y Continuous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TDD escribe primero una prueba que define el comportamiento, luego implementa y refactoriza. Se añadieron tres pruebas unitarias al DTO; aún no cubren MongoDB ni flujo HTTP. La investigación sobre resultados de TDD es contextual, no una promesa automática. Copilot puede ayudar a explicar y sugerir código, pero hay que entender y verificar su salida. Fuentes: Ren y Barrett (2023); GitHub Copilot best 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repositorio ya incluye una plantilla de Issue, pero tablero, milestone y labels deben configurarse en GitHub. Capturar la vista del Project y una tarjeta vinculada a la especificación y PR.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recomienda un proceso pequeño que pueda mantenerse por un equipo de dos personas. Tras el parcial, acordar un destino de despliegue, usar secretos de Actions, mantener una base de datos separada para pruebas y documentar cómo volver a una versión estable.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Responder con ejemplos concretos del repositorio. La herramienta elegida es Actions porque da una señal repetible y visible en cada PR; GitHub y Git siguen siendo la base del proceso. Terminar mencionando las tareas pendientes y la discrepancia de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17b26332b041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1a22736a7b48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e5bde8ca6e42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df8cefa04c45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adc81a3b6640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348e49732941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75A47C-8606-4812-8DED-88E454EA32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A1824B-4BAB-46EF-9F88-7A692DFDF1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5F902B-ABD2-4CBC-A2B8-0F4CE35CA7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ED3058-0377-4289-ADF6-C22D6A9A3D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687C68-7DF9-4A4C-A89D-F84EBCA307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ACF7A0-39BF-45EA-B7E3-2ED841069C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AC7FD7-DFD5-44DA-84A2-CEB3320533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F7974B-5520-49C2-B484-181159BEFA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FDCF5A-642F-4EFB-A38E-9E1696C189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96737E-6BCB-4822-BD4B-5437BFD849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5b84c12d804165" /><Relationship Type="http://schemas.openxmlformats.org/officeDocument/2006/relationships/slideLayout" Target="/ppt/slideLayouts/slideLayout1.xml" Id="R2889fa26f61f4204" /><Relationship Type="http://schemas.openxmlformats.org/officeDocument/2006/relationships/slideLayout" Target="/ppt/slideLayouts/slideLayout2.xml" Id="R9d8c21c61b8f41f5" /><Relationship Type="http://schemas.openxmlformats.org/officeDocument/2006/relationships/slideLayout" Target="/ppt/slideLayouts/slideLayout3.xml" Id="Rf0f8301c619b40b3" /><Relationship Type="http://schemas.openxmlformats.org/officeDocument/2006/relationships/slideLayout" Target="/ppt/slideLayouts/slideLayout4.xml" Id="R104407e73cf647c8" /><Relationship Type="http://schemas.openxmlformats.org/officeDocument/2006/relationships/slideLayout" Target="/ppt/slideLayouts/slideLayout5.xml" Id="R42854ff349be4ab8" /><Relationship Type="http://schemas.openxmlformats.org/officeDocument/2006/relationships/slideLayout" Target="/ppt/slideLayouts/slideLayout6.xml" Id="R71c09ba554d943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89fa26f61f4204"/>
    <p:sldLayoutId xmlns:r="http://schemas.openxmlformats.org/officeDocument/2006/relationships" id="2147483650" r:id="R9d8c21c61b8f41f5"/>
    <p:sldLayoutId xmlns:r="http://schemas.openxmlformats.org/officeDocument/2006/relationships" id="2147483651" r:id="Rf0f8301c619b40b3"/>
    <p:sldLayoutId xmlns:r="http://schemas.openxmlformats.org/officeDocument/2006/relationships" id="2147483652" r:id="R104407e73cf647c8"/>
    <p:sldLayoutId xmlns:r="http://schemas.openxmlformats.org/officeDocument/2006/relationships" id="2147483653" r:id="R42854ff349be4ab8"/>
    <p:sldLayoutId xmlns:r="http://schemas.openxmlformats.org/officeDocument/2006/relationships" id="2147483654" r:id="R71c09ba554d943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1a08018d2047aa" /><Relationship Type="http://schemas.openxmlformats.org/officeDocument/2006/relationships/notesSlide" Target="/ppt/notesSlides/notesSlide1.xml" Id="R0823b35045e04a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e47b92a8b64553" /><Relationship Type="http://schemas.openxmlformats.org/officeDocument/2006/relationships/notesSlide" Target="/ppt/notesSlides/notesSlide2.xml" Id="Ra22028789fc040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14ed952d024e5c" /><Relationship Type="http://schemas.openxmlformats.org/officeDocument/2006/relationships/notesSlide" Target="/ppt/notesSlides/notesSlide3.xml" Id="Ra64f97629f734a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f5c8351d724591" /><Relationship Type="http://schemas.openxmlformats.org/officeDocument/2006/relationships/notesSlide" Target="/ppt/notesSlides/notesSlide4.xml" Id="R0b64027eca8a4a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8fec5eb975d41eb" /><Relationship Type="http://schemas.openxmlformats.org/officeDocument/2006/relationships/notesSlide" Target="/ppt/notesSlides/notesSlide5.xml" Id="R9238ca395e0c49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c85d8265a44b6a" /><Relationship Type="http://schemas.openxmlformats.org/officeDocument/2006/relationships/notesSlide" Target="/ppt/notesSlides/notesSlide6.xml" Id="R4e566dc65b774d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dffb497c0f4c1e" /><Relationship Type="http://schemas.openxmlformats.org/officeDocument/2006/relationships/notesSlide" Target="/ppt/notesSlides/notesSlide7.xml" Id="R0043f99196cd49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e0658740e9448d" /><Relationship Type="http://schemas.openxmlformats.org/officeDocument/2006/relationships/notesSlide" Target="/ppt/notesSlides/notesSlide8.xml" Id="Rab67a21fd55d4b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98b7df20c464814" /><Relationship Type="http://schemas.openxmlformats.org/officeDocument/2006/relationships/notesSlide" Target="/ppt/notesSlides/notesSlide9.xml" Id="R4f7b17e52f0b47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7f4aa7088664ea3" /><Relationship Type="http://schemas.openxmlformats.org/officeDocument/2006/relationships/notesSlide" Target="/ppt/notesSlides/notesSlide10.xml" Id="R161d3b96b81b414c" /></Relationships>
</file>

<file path=ppt/slides/slide1.xml><?xml version="1.0" encoding="utf-8"?>
<p:sld xmlns:p="http://schemas.openxmlformats.org/presentationml/2006/main">
  <p:cSld>
    <p:bg>
      <p:bgPr>
        <a:solidFill xmlns:a="http://schemas.openxmlformats.org/drawingml/2006/main">
          <a:srgbClr val="082B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87E26C-384A-42F7-A7E1-75C8977CFA9C}"/>
              </a:ext>
            </a:extLst>
          </p:cNvPr>
          <p:cNvSpPr>
            <a:spLocks xmlns:a="http://schemas.openxmlformats.org/drawingml/2006/main" noGrp="1"/>
          </p:cNvSpPr>
          <p:nvPr/>
        </p:nvSpPr>
        <p:spPr>
          <a:xfrm xmlns:a="http://schemas.openxmlformats.org/drawingml/2006/main">
            <a:off x="781050" y="1314450"/>
            <a:ext cx="10477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2" name="">
            <a:extLst xmlns:a="http://schemas.openxmlformats.org/drawingml/2006/main">
              <a:ext uri="{FF2B5EF4-FFF2-40B4-BE49-F238E27FC236}">
                <a16:creationId xmlns:a16="http://schemas.microsoft.com/office/drawing/2014/main" id="{C3804567-CCFA-4533-8B67-79821832CC6D}"/>
              </a:ext>
            </a:extLst>
          </p:cNvPr>
          <p:cNvSpPr>
            <a:spLocks xmlns:a="http://schemas.openxmlformats.org/drawingml/2006/main" noGrp="1"/>
          </p:cNvSpPr>
          <p:nvPr/>
        </p:nvSpPr>
        <p:spPr>
          <a:xfrm xmlns:a="http://schemas.openxmlformats.org/drawingml/2006/main">
            <a:off x="781050" y="1771650"/>
            <a:ext cx="7524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350" b="1">
                <a:solidFill>
                  <a:srgbClr val="F4F7F8"/>
                </a:solidFill>
              </a:defRPr>
            </a:defPPr>
            <a:lvl1pPr algn="l">
              <a:defRPr sz="4350" b="1">
                <a:solidFill>
                  <a:srgbClr val="F4F7F8"/>
                </a:solidFill>
              </a:defRPr>
            </a:lvl1pPr>
            <a:lvl2pPr algn="l">
              <a:defRPr sz="4350" b="1">
                <a:solidFill>
                  <a:srgbClr val="F4F7F8"/>
                </a:solidFill>
              </a:defRPr>
            </a:lvl2pPr>
            <a:lvl3pPr algn="l">
              <a:defRPr sz="4350" b="1">
                <a:solidFill>
                  <a:srgbClr val="F4F7F8"/>
                </a:solidFill>
              </a:defRPr>
            </a:lvl3pPr>
            <a:lvl4pPr algn="l">
              <a:defRPr sz="4350" b="1">
                <a:solidFill>
                  <a:srgbClr val="F4F7F8"/>
                </a:solidFill>
              </a:defRPr>
            </a:lvl4pPr>
            <a:lvl5pPr algn="l">
              <a:defRPr sz="4350" b="1">
                <a:solidFill>
                  <a:srgbClr val="F4F7F8"/>
                </a:solidFill>
              </a:defRPr>
            </a:lvl5pPr>
            <a:lvl6pPr algn="l">
              <a:defRPr sz="4350" b="1">
                <a:solidFill>
                  <a:srgbClr val="F4F7F8"/>
                </a:solidFill>
              </a:defRPr>
            </a:lvl6pPr>
            <a:lvl7pPr algn="l">
              <a:defRPr sz="4350" b="1">
                <a:solidFill>
                  <a:srgbClr val="F4F7F8"/>
                </a:solidFill>
              </a:defRPr>
            </a:lvl7pPr>
            <a:lvl8pPr algn="l">
              <a:defRPr sz="4350" b="1">
                <a:solidFill>
                  <a:srgbClr val="F4F7F8"/>
                </a:solidFill>
              </a:defRPr>
            </a:lvl8pPr>
            <a:lvl9pPr algn="l">
              <a:defRPr sz="4350" b="1">
                <a:solidFill>
                  <a:srgbClr val="F4F7F8"/>
                </a:solidFill>
              </a:defRPr>
            </a:lvl9pPr>
          </a:lstStyle>
          <a:p xmlns:a="http://schemas.openxmlformats.org/drawingml/2006/main">
            <a:pPr algn="l">
              <a:defRPr sz="4350" b="1">
                <a:solidFill>
                  <a:srgbClr val="F4F7F8"/>
                </a:solidFill>
              </a:defRPr>
            </a:pPr>
            <a:r>
              <a:rPr sz="4350" b="1">
                <a:solidFill>
                  <a:srgbClr val="F4F7F8"/>
                </a:solidFill>
              </a:rPr>
              <a:t>Desarrollo moderno</a:t>
            </a:r>
          </a:p>
          <a:p xmlns:a="http://schemas.openxmlformats.org/drawingml/2006/main">
            <a:pPr algn="l">
              <a:defRPr sz="4350" b="1">
                <a:solidFill>
                  <a:srgbClr val="F4F7F8"/>
                </a:solidFill>
              </a:defRPr>
            </a:pPr>
            <a:r>
              <a:rPr sz="4350" b="1">
                <a:solidFill>
                  <a:srgbClr val="F4F7F8"/>
                </a:solidFill>
              </a:rPr>
              <a:t>para una camaronera</a:t>
            </a:r>
          </a:p>
        </p:txBody>
      </p:sp>
      <p:sp>
        <p:nvSpPr>
          <p:cNvPr id="3" name="">
            <a:extLst xmlns:a="http://schemas.openxmlformats.org/drawingml/2006/main">
              <a:ext uri="{FF2B5EF4-FFF2-40B4-BE49-F238E27FC236}">
                <a16:creationId xmlns:a16="http://schemas.microsoft.com/office/drawing/2014/main" id="{BE90C9FC-CAC9-4BB7-B8FF-A06A6A94E32B}"/>
              </a:ext>
            </a:extLst>
          </p:cNvPr>
          <p:cNvSpPr>
            <a:spLocks xmlns:a="http://schemas.openxmlformats.org/drawingml/2006/main" noGrp="1"/>
          </p:cNvSpPr>
          <p:nvPr/>
        </p:nvSpPr>
        <p:spPr>
          <a:xfrm xmlns:a="http://schemas.openxmlformats.org/drawingml/2006/main">
            <a:off x="819150" y="371475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BDD4D8"/>
                </a:solidFill>
              </a:defRPr>
            </a:defPPr>
            <a:lvl1pPr algn="l">
              <a:defRPr sz="1875" b="0">
                <a:solidFill>
                  <a:srgbClr val="BDD4D8"/>
                </a:solidFill>
              </a:defRPr>
            </a:lvl1pPr>
            <a:lvl2pPr algn="l">
              <a:defRPr sz="1875" b="0">
                <a:solidFill>
                  <a:srgbClr val="BDD4D8"/>
                </a:solidFill>
              </a:defRPr>
            </a:lvl2pPr>
            <a:lvl3pPr algn="l">
              <a:defRPr sz="1875" b="0">
                <a:solidFill>
                  <a:srgbClr val="BDD4D8"/>
                </a:solidFill>
              </a:defRPr>
            </a:lvl3pPr>
            <a:lvl4pPr algn="l">
              <a:defRPr sz="1875" b="0">
                <a:solidFill>
                  <a:srgbClr val="BDD4D8"/>
                </a:solidFill>
              </a:defRPr>
            </a:lvl4pPr>
            <a:lvl5pPr algn="l">
              <a:defRPr sz="1875" b="0">
                <a:solidFill>
                  <a:srgbClr val="BDD4D8"/>
                </a:solidFill>
              </a:defRPr>
            </a:lvl5pPr>
            <a:lvl6pPr algn="l">
              <a:defRPr sz="1875" b="0">
                <a:solidFill>
                  <a:srgbClr val="BDD4D8"/>
                </a:solidFill>
              </a:defRPr>
            </a:lvl6pPr>
            <a:lvl7pPr algn="l">
              <a:defRPr sz="1875" b="0">
                <a:solidFill>
                  <a:srgbClr val="BDD4D8"/>
                </a:solidFill>
              </a:defRPr>
            </a:lvl7pPr>
            <a:lvl8pPr algn="l">
              <a:defRPr sz="1875" b="0">
                <a:solidFill>
                  <a:srgbClr val="BDD4D8"/>
                </a:solidFill>
              </a:defRPr>
            </a:lvl8pPr>
            <a:lvl9pPr algn="l">
              <a:defRPr sz="1875" b="0">
                <a:solidFill>
                  <a:srgbClr val="BDD4D8"/>
                </a:solidFill>
              </a:defRPr>
            </a:lvl9pPr>
          </a:lstStyle>
          <a:p xmlns:a="http://schemas.openxmlformats.org/drawingml/2006/main">
            <a:pPr algn="l">
              <a:defRPr sz="1875" b="0">
                <a:solidFill>
                  <a:srgbClr val="BDD4D8"/>
                </a:solidFill>
              </a:defRPr>
            </a:pPr>
            <a:r>
              <a:rPr sz="1875" b="0">
                <a:solidFill>
                  <a:srgbClr val="BDD4D8"/>
                </a:solidFill>
              </a:rPr>
              <a:t>GitHub, SDD, calidad y automatización aplicados al ERP Camaronera</a:t>
            </a:r>
          </a:p>
        </p:txBody>
      </p:sp>
      <p:sp>
        <p:nvSpPr>
          <p:cNvPr id="4" name="">
            <a:extLst xmlns:a="http://schemas.openxmlformats.org/drawingml/2006/main">
              <a:ext uri="{FF2B5EF4-FFF2-40B4-BE49-F238E27FC236}">
                <a16:creationId xmlns:a16="http://schemas.microsoft.com/office/drawing/2014/main" id="{9515E632-072A-44EE-B9C1-0675BBBE188D}"/>
              </a:ext>
            </a:extLst>
          </p:cNvPr>
          <p:cNvSpPr>
            <a:spLocks xmlns:a="http://schemas.openxmlformats.org/drawingml/2006/main" noGrp="1"/>
          </p:cNvSpPr>
          <p:nvPr/>
        </p:nvSpPr>
        <p:spPr>
          <a:xfrm xmlns:a="http://schemas.openxmlformats.org/drawingml/2006/main">
            <a:off x="819150" y="56197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35D0C5"/>
                </a:solidFill>
              </a:defRPr>
            </a:defPPr>
            <a:lvl1pPr algn="l">
              <a:defRPr sz="1350" b="0">
                <a:solidFill>
                  <a:srgbClr val="35D0C5"/>
                </a:solidFill>
              </a:defRPr>
            </a:lvl1pPr>
            <a:lvl2pPr algn="l">
              <a:defRPr sz="1350" b="0">
                <a:solidFill>
                  <a:srgbClr val="35D0C5"/>
                </a:solidFill>
              </a:defRPr>
            </a:lvl2pPr>
            <a:lvl3pPr algn="l">
              <a:defRPr sz="1350" b="0">
                <a:solidFill>
                  <a:srgbClr val="35D0C5"/>
                </a:solidFill>
              </a:defRPr>
            </a:lvl3pPr>
            <a:lvl4pPr algn="l">
              <a:defRPr sz="1350" b="0">
                <a:solidFill>
                  <a:srgbClr val="35D0C5"/>
                </a:solidFill>
              </a:defRPr>
            </a:lvl4pPr>
            <a:lvl5pPr algn="l">
              <a:defRPr sz="1350" b="0">
                <a:solidFill>
                  <a:srgbClr val="35D0C5"/>
                </a:solidFill>
              </a:defRPr>
            </a:lvl5pPr>
            <a:lvl6pPr algn="l">
              <a:defRPr sz="1350" b="0">
                <a:solidFill>
                  <a:srgbClr val="35D0C5"/>
                </a:solidFill>
              </a:defRPr>
            </a:lvl6pPr>
            <a:lvl7pPr algn="l">
              <a:defRPr sz="1350" b="0">
                <a:solidFill>
                  <a:srgbClr val="35D0C5"/>
                </a:solidFill>
              </a:defRPr>
            </a:lvl7pPr>
            <a:lvl8pPr algn="l">
              <a:defRPr sz="1350" b="0">
                <a:solidFill>
                  <a:srgbClr val="35D0C5"/>
                </a:solidFill>
              </a:defRPr>
            </a:lvl8pPr>
            <a:lvl9pPr algn="l">
              <a:defRPr sz="1350" b="0">
                <a:solidFill>
                  <a:srgbClr val="35D0C5"/>
                </a:solidFill>
              </a:defRPr>
            </a:lvl9pPr>
          </a:lstStyle>
          <a:p xmlns:a="http://schemas.openxmlformats.org/drawingml/2006/main">
            <a:pPr algn="l">
              <a:defRPr sz="1350" b="0">
                <a:solidFill>
                  <a:srgbClr val="35D0C5"/>
                </a:solidFill>
              </a:defRPr>
            </a:pPr>
            <a:r>
              <a:rPr sz="1350" b="0">
                <a:solidFill>
                  <a:srgbClr val="35D0C5"/>
                </a:solidFill>
              </a:rPr>
              <a:t>Programación Móvil  |  [Integrantes]  |  [Institución]</a:t>
            </a:r>
          </a:p>
        </p:txBody>
      </p:sp>
    </p:spTree>
    <p:extLst>
      <p:ext uri="{BB962C8B-B14F-4D97-AF65-F5344CB8AC3E}">
        <p14:creationId xmlns:p14="http://schemas.microsoft.com/office/powerpoint/2010/main" val="345124815"/>
      </p:ext>
    </p:extLst>
  </p:cSld>
</p:sld>
</file>

<file path=ppt/slides/slide2.xml><?xml version="1.0" encoding="utf-8"?>
<p:sld xmlns:p="http://schemas.openxmlformats.org/presentationml/2006/main">
  <p:cSld>
    <p:bg>
      <p:bgPr>
        <a:solidFill xmlns:a="http://schemas.openxmlformats.org/drawingml/2006/main">
          <a:srgbClr val="061B2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6BC034-9B99-4CA4-BBA8-EDAA5909F5F0}"/>
              </a:ext>
            </a:extLst>
          </p:cNvPr>
          <p:cNvSpPr>
            <a:spLocks xmlns:a="http://schemas.openxmlformats.org/drawingml/2006/main" noGrp="1"/>
          </p:cNvSpPr>
          <p:nvPr/>
        </p:nvSpPr>
        <p:spPr>
          <a:xfrm xmlns:a="http://schemas.openxmlformats.org/drawingml/2006/main">
            <a:off x="723900" y="45720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4F7F8"/>
                </a:solidFill>
              </a:defRPr>
            </a:defPPr>
            <a:lvl1pPr algn="l">
              <a:defRPr sz="2550" b="1">
                <a:solidFill>
                  <a:srgbClr val="F4F7F8"/>
                </a:solidFill>
              </a:defRPr>
            </a:lvl1pPr>
            <a:lvl2pPr algn="l">
              <a:defRPr sz="2550" b="1">
                <a:solidFill>
                  <a:srgbClr val="F4F7F8"/>
                </a:solidFill>
              </a:defRPr>
            </a:lvl2pPr>
            <a:lvl3pPr algn="l">
              <a:defRPr sz="2550" b="1">
                <a:solidFill>
                  <a:srgbClr val="F4F7F8"/>
                </a:solidFill>
              </a:defRPr>
            </a:lvl3pPr>
            <a:lvl4pPr algn="l">
              <a:defRPr sz="2550" b="1">
                <a:solidFill>
                  <a:srgbClr val="F4F7F8"/>
                </a:solidFill>
              </a:defRPr>
            </a:lvl4pPr>
            <a:lvl5pPr algn="l">
              <a:defRPr sz="2550" b="1">
                <a:solidFill>
                  <a:srgbClr val="F4F7F8"/>
                </a:solidFill>
              </a:defRPr>
            </a:lvl5pPr>
            <a:lvl6pPr algn="l">
              <a:defRPr sz="2550" b="1">
                <a:solidFill>
                  <a:srgbClr val="F4F7F8"/>
                </a:solidFill>
              </a:defRPr>
            </a:lvl6pPr>
            <a:lvl7pPr algn="l">
              <a:defRPr sz="2550" b="1">
                <a:solidFill>
                  <a:srgbClr val="F4F7F8"/>
                </a:solidFill>
              </a:defRPr>
            </a:lvl7pPr>
            <a:lvl8pPr algn="l">
              <a:defRPr sz="2550" b="1">
                <a:solidFill>
                  <a:srgbClr val="F4F7F8"/>
                </a:solidFill>
              </a:defRPr>
            </a:lvl8pPr>
            <a:lvl9pPr algn="l">
              <a:defRPr sz="2550" b="1">
                <a:solidFill>
                  <a:srgbClr val="F4F7F8"/>
                </a:solidFill>
              </a:defRPr>
            </a:lvl9pPr>
          </a:lstStyle>
          <a:p xmlns:a="http://schemas.openxmlformats.org/drawingml/2006/main">
            <a:pPr algn="l">
              <a:defRPr sz="2550" b="1">
                <a:solidFill>
                  <a:srgbClr val="F4F7F8"/>
                </a:solidFill>
              </a:defRPr>
            </a:pPr>
            <a:r>
              <a:rPr sz="2550" b="1">
                <a:solidFill>
                  <a:srgbClr val="F4F7F8"/>
                </a:solidFill>
              </a:rPr>
              <a:t>El problema y el punto de partida</a:t>
            </a:r>
          </a:p>
        </p:txBody>
      </p:sp>
      <p:sp>
        <p:nvSpPr>
          <p:cNvPr id="2" name="">
            <a:extLst xmlns:a="http://schemas.openxmlformats.org/drawingml/2006/main">
              <a:ext uri="{FF2B5EF4-FFF2-40B4-BE49-F238E27FC236}">
                <a16:creationId xmlns:a16="http://schemas.microsoft.com/office/drawing/2014/main" id="{FF7DCEF9-0FC3-4DE4-8650-3A0832A77D72}"/>
              </a:ext>
            </a:extLst>
          </p:cNvPr>
          <p:cNvSpPr>
            <a:spLocks xmlns:a="http://schemas.openxmlformats.org/drawingml/2006/main" noGrp="1"/>
          </p:cNvSpPr>
          <p:nvPr/>
        </p:nvSpPr>
        <p:spPr>
          <a:xfrm xmlns:a="http://schemas.openxmlformats.org/drawingml/2006/main">
            <a:off x="723900" y="1181100"/>
            <a:ext cx="7048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3" name="">
            <a:extLst xmlns:a="http://schemas.openxmlformats.org/drawingml/2006/main">
              <a:ext uri="{FF2B5EF4-FFF2-40B4-BE49-F238E27FC236}">
                <a16:creationId xmlns:a16="http://schemas.microsoft.com/office/drawing/2014/main" id="{D29FD5C2-5B2C-48CC-82C3-1B375AE8CC08}"/>
              </a:ext>
            </a:extLst>
          </p:cNvPr>
          <p:cNvSpPr>
            <a:spLocks xmlns:a="http://schemas.openxmlformats.org/drawingml/2006/main" noGrp="1"/>
          </p:cNvSpPr>
          <p:nvPr/>
        </p:nvSpPr>
        <p:spPr>
          <a:xfrm xmlns:a="http://schemas.openxmlformats.org/drawingml/2006/main">
            <a:off x="723900" y="64293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78939C"/>
                </a:solidFill>
              </a:defRPr>
            </a:defPPr>
            <a:lvl1pPr algn="l">
              <a:defRPr sz="975" b="0">
                <a:solidFill>
                  <a:srgbClr val="78939C"/>
                </a:solidFill>
              </a:defRPr>
            </a:lvl1pPr>
            <a:lvl2pPr algn="l">
              <a:defRPr sz="975" b="0">
                <a:solidFill>
                  <a:srgbClr val="78939C"/>
                </a:solidFill>
              </a:defRPr>
            </a:lvl2pPr>
            <a:lvl3pPr algn="l">
              <a:defRPr sz="975" b="0">
                <a:solidFill>
                  <a:srgbClr val="78939C"/>
                </a:solidFill>
              </a:defRPr>
            </a:lvl3pPr>
            <a:lvl4pPr algn="l">
              <a:defRPr sz="975" b="0">
                <a:solidFill>
                  <a:srgbClr val="78939C"/>
                </a:solidFill>
              </a:defRPr>
            </a:lvl4pPr>
            <a:lvl5pPr algn="l">
              <a:defRPr sz="975" b="0">
                <a:solidFill>
                  <a:srgbClr val="78939C"/>
                </a:solidFill>
              </a:defRPr>
            </a:lvl5pPr>
            <a:lvl6pPr algn="l">
              <a:defRPr sz="975" b="0">
                <a:solidFill>
                  <a:srgbClr val="78939C"/>
                </a:solidFill>
              </a:defRPr>
            </a:lvl6pPr>
            <a:lvl7pPr algn="l">
              <a:defRPr sz="975" b="0">
                <a:solidFill>
                  <a:srgbClr val="78939C"/>
                </a:solidFill>
              </a:defRPr>
            </a:lvl7pPr>
            <a:lvl8pPr algn="l">
              <a:defRPr sz="975" b="0">
                <a:solidFill>
                  <a:srgbClr val="78939C"/>
                </a:solidFill>
              </a:defRPr>
            </a:lvl8pPr>
            <a:lvl9pPr algn="l">
              <a:defRPr sz="975" b="0">
                <a:solidFill>
                  <a:srgbClr val="78939C"/>
                </a:solidFill>
              </a:defRPr>
            </a:lvl9pPr>
          </a:lstStyle>
          <a:p xmlns:a="http://schemas.openxmlformats.org/drawingml/2006/main">
            <a:pPr algn="l">
              <a:defRPr sz="975" b="0">
                <a:solidFill>
                  <a:srgbClr val="78939C"/>
                </a:solidFill>
              </a:defRPr>
            </a:pPr>
            <a:r>
              <a:rPr sz="975" b="0">
                <a:solidFill>
                  <a:srgbClr val="78939C"/>
                </a:solidFill>
              </a:rPr>
              <a:t>ERP Camaronera  |  Proyecto Parcial I  |  02</a:t>
            </a:r>
          </a:p>
        </p:txBody>
      </p:sp>
      <p:sp>
        <p:nvSpPr>
          <p:cNvPr id="4" name="">
            <a:extLst xmlns:a="http://schemas.openxmlformats.org/drawingml/2006/main">
              <a:ext uri="{FF2B5EF4-FFF2-40B4-BE49-F238E27FC236}">
                <a16:creationId xmlns:a16="http://schemas.microsoft.com/office/drawing/2014/main" id="{12D6054A-0B77-4A78-8C77-D84DFFCB03CA}"/>
              </a:ext>
            </a:extLst>
          </p:cNvPr>
          <p:cNvSpPr>
            <a:spLocks xmlns:a="http://schemas.openxmlformats.org/drawingml/2006/main" noGrp="1"/>
          </p:cNvSpPr>
          <p:nvPr/>
        </p:nvSpPr>
        <p:spPr>
          <a:xfrm xmlns:a="http://schemas.openxmlformats.org/drawingml/2006/main">
            <a:off x="781050" y="1581150"/>
            <a:ext cx="4714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35D0C5"/>
                </a:solidFill>
              </a:defRPr>
            </a:defPPr>
            <a:lvl1pPr algn="l">
              <a:defRPr sz="1650" b="1">
                <a:solidFill>
                  <a:srgbClr val="35D0C5"/>
                </a:solidFill>
              </a:defRPr>
            </a:lvl1pPr>
            <a:lvl2pPr algn="l">
              <a:defRPr sz="1650" b="1">
                <a:solidFill>
                  <a:srgbClr val="35D0C5"/>
                </a:solidFill>
              </a:defRPr>
            </a:lvl2pPr>
            <a:lvl3pPr algn="l">
              <a:defRPr sz="1650" b="1">
                <a:solidFill>
                  <a:srgbClr val="35D0C5"/>
                </a:solidFill>
              </a:defRPr>
            </a:lvl3pPr>
            <a:lvl4pPr algn="l">
              <a:defRPr sz="1650" b="1">
                <a:solidFill>
                  <a:srgbClr val="35D0C5"/>
                </a:solidFill>
              </a:defRPr>
            </a:lvl4pPr>
            <a:lvl5pPr algn="l">
              <a:defRPr sz="1650" b="1">
                <a:solidFill>
                  <a:srgbClr val="35D0C5"/>
                </a:solidFill>
              </a:defRPr>
            </a:lvl5pPr>
            <a:lvl6pPr algn="l">
              <a:defRPr sz="1650" b="1">
                <a:solidFill>
                  <a:srgbClr val="35D0C5"/>
                </a:solidFill>
              </a:defRPr>
            </a:lvl6pPr>
            <a:lvl7pPr algn="l">
              <a:defRPr sz="1650" b="1">
                <a:solidFill>
                  <a:srgbClr val="35D0C5"/>
                </a:solidFill>
              </a:defRPr>
            </a:lvl7pPr>
            <a:lvl8pPr algn="l">
              <a:defRPr sz="1650" b="1">
                <a:solidFill>
                  <a:srgbClr val="35D0C5"/>
                </a:solidFill>
              </a:defRPr>
            </a:lvl8pPr>
            <a:lvl9pPr algn="l">
              <a:defRPr sz="1650" b="1">
                <a:solidFill>
                  <a:srgbClr val="35D0C5"/>
                </a:solidFill>
              </a:defRPr>
            </a:lvl9pPr>
          </a:lstStyle>
          <a:p xmlns:a="http://schemas.openxmlformats.org/drawingml/2006/main">
            <a:pPr algn="l">
              <a:defRPr sz="1650" b="1">
                <a:solidFill>
                  <a:srgbClr val="35D0C5"/>
                </a:solidFill>
              </a:defRPr>
            </a:pPr>
            <a:r>
              <a:rPr sz="1650" b="1">
                <a:solidFill>
                  <a:srgbClr val="35D0C5"/>
                </a:solidFill>
              </a:rPr>
              <a:t>Riesgos que plantea el caso</a:t>
            </a:r>
          </a:p>
        </p:txBody>
      </p:sp>
      <p:sp>
        <p:nvSpPr>
          <p:cNvPr id="5" name="">
            <a:extLst xmlns:a="http://schemas.openxmlformats.org/drawingml/2006/main">
              <a:ext uri="{FF2B5EF4-FFF2-40B4-BE49-F238E27FC236}">
                <a16:creationId xmlns:a16="http://schemas.microsoft.com/office/drawing/2014/main" id="{BC2A9AED-3B88-454B-B6AE-7280AE9B66CD}"/>
              </a:ext>
            </a:extLst>
          </p:cNvPr>
          <p:cNvSpPr>
            <a:spLocks xmlns:a="http://schemas.openxmlformats.org/drawingml/2006/main" noGrp="1"/>
          </p:cNvSpPr>
          <p:nvPr/>
        </p:nvSpPr>
        <p:spPr>
          <a:xfrm xmlns:a="http://schemas.openxmlformats.org/drawingml/2006/main">
            <a:off x="781050" y="2114550"/>
            <a:ext cx="471487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0">
                <a:solidFill>
                  <a:srgbClr val="F4F7F8"/>
                </a:solidFill>
              </a:defRPr>
            </a:defPPr>
            <a:lvl1pPr algn="l">
              <a:defRPr sz="2250" b="0">
                <a:solidFill>
                  <a:srgbClr val="F4F7F8"/>
                </a:solidFill>
              </a:defRPr>
            </a:lvl1pPr>
            <a:lvl2pPr algn="l">
              <a:defRPr sz="2250" b="0">
                <a:solidFill>
                  <a:srgbClr val="F4F7F8"/>
                </a:solidFill>
              </a:defRPr>
            </a:lvl2pPr>
            <a:lvl3pPr algn="l">
              <a:defRPr sz="2250" b="0">
                <a:solidFill>
                  <a:srgbClr val="F4F7F8"/>
                </a:solidFill>
              </a:defRPr>
            </a:lvl3pPr>
            <a:lvl4pPr algn="l">
              <a:defRPr sz="2250" b="0">
                <a:solidFill>
                  <a:srgbClr val="F4F7F8"/>
                </a:solidFill>
              </a:defRPr>
            </a:lvl4pPr>
            <a:lvl5pPr algn="l">
              <a:defRPr sz="2250" b="0">
                <a:solidFill>
                  <a:srgbClr val="F4F7F8"/>
                </a:solidFill>
              </a:defRPr>
            </a:lvl5pPr>
            <a:lvl6pPr algn="l">
              <a:defRPr sz="2250" b="0">
                <a:solidFill>
                  <a:srgbClr val="F4F7F8"/>
                </a:solidFill>
              </a:defRPr>
            </a:lvl6pPr>
            <a:lvl7pPr algn="l">
              <a:defRPr sz="2250" b="0">
                <a:solidFill>
                  <a:srgbClr val="F4F7F8"/>
                </a:solidFill>
              </a:defRPr>
            </a:lvl7pPr>
            <a:lvl8pPr algn="l">
              <a:defRPr sz="2250" b="0">
                <a:solidFill>
                  <a:srgbClr val="F4F7F8"/>
                </a:solidFill>
              </a:defRPr>
            </a:lvl8pPr>
            <a:lvl9pPr algn="l">
              <a:defRPr sz="2250" b="0">
                <a:solidFill>
                  <a:srgbClr val="F4F7F8"/>
                </a:solidFill>
              </a:defRPr>
            </a:lvl9pPr>
          </a:lstStyle>
          <a:p xmlns:a="http://schemas.openxmlformats.org/drawingml/2006/main">
            <a:pPr algn="l">
              <a:defRPr sz="2250" b="0">
                <a:solidFill>
                  <a:srgbClr val="F4F7F8"/>
                </a:solidFill>
              </a:defRPr>
            </a:pPr>
            <a:r>
              <a:rPr sz="2250" b="0">
                <a:solidFill>
                  <a:srgbClr val="F4F7F8"/>
                </a:solidFill>
              </a:rPr>
              <a:t>Pérdida de versiones</a:t>
            </a:r>
          </a:p>
          <a:p xmlns:a="http://schemas.openxmlformats.org/drawingml/2006/main">
            <a:pPr algn="l">
              <a:defRPr sz="2250" b="0">
                <a:solidFill>
                  <a:srgbClr val="F4F7F8"/>
                </a:solidFill>
              </a:defRPr>
            </a:pPr>
            <a:r>
              <a:rPr sz="2250" b="0">
                <a:solidFill>
                  <a:srgbClr val="F4F7F8"/>
                </a:solidFill>
              </a:rPr>
              <a:t>Trabajo descoordinado</a:t>
            </a:r>
          </a:p>
          <a:p xmlns:a="http://schemas.openxmlformats.org/drawingml/2006/main">
            <a:pPr algn="l">
              <a:defRPr sz="2250" b="0">
                <a:solidFill>
                  <a:srgbClr val="F4F7F8"/>
                </a:solidFill>
              </a:defRPr>
            </a:pPr>
            <a:r>
              <a:rPr sz="2250" b="0">
                <a:solidFill>
                  <a:srgbClr val="F4F7F8"/>
                </a:solidFill>
              </a:rPr>
              <a:t>Errores tardíos</a:t>
            </a:r>
          </a:p>
          <a:p xmlns:a="http://schemas.openxmlformats.org/drawingml/2006/main">
            <a:pPr algn="l">
              <a:defRPr sz="2250" b="0">
                <a:solidFill>
                  <a:srgbClr val="F4F7F8"/>
                </a:solidFill>
              </a:defRPr>
            </a:pPr>
            <a:r>
              <a:rPr sz="2250" b="0">
                <a:solidFill>
                  <a:srgbClr val="F4F7F8"/>
                </a:solidFill>
              </a:rPr>
              <a:t>Documentación incompleta</a:t>
            </a:r>
          </a:p>
        </p:txBody>
      </p:sp>
      <p:sp>
        <p:nvSpPr>
          <p:cNvPr id="6" name="">
            <a:extLst xmlns:a="http://schemas.openxmlformats.org/drawingml/2006/main">
              <a:ext uri="{FF2B5EF4-FFF2-40B4-BE49-F238E27FC236}">
                <a16:creationId xmlns:a16="http://schemas.microsoft.com/office/drawing/2014/main" id="{14F394A2-59FE-4267-ACAB-C32B51511801}"/>
              </a:ext>
            </a:extLst>
          </p:cNvPr>
          <p:cNvSpPr>
            <a:spLocks xmlns:a="http://schemas.openxmlformats.org/drawingml/2006/main" noGrp="1"/>
          </p:cNvSpPr>
          <p:nvPr/>
        </p:nvSpPr>
        <p:spPr>
          <a:xfrm xmlns:a="http://schemas.openxmlformats.org/drawingml/2006/main">
            <a:off x="6362700" y="1581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35D0C5"/>
                </a:solidFill>
              </a:defRPr>
            </a:defPPr>
            <a:lvl1pPr algn="l">
              <a:defRPr sz="1650" b="1">
                <a:solidFill>
                  <a:srgbClr val="35D0C5"/>
                </a:solidFill>
              </a:defRPr>
            </a:lvl1pPr>
            <a:lvl2pPr algn="l">
              <a:defRPr sz="1650" b="1">
                <a:solidFill>
                  <a:srgbClr val="35D0C5"/>
                </a:solidFill>
              </a:defRPr>
            </a:lvl2pPr>
            <a:lvl3pPr algn="l">
              <a:defRPr sz="1650" b="1">
                <a:solidFill>
                  <a:srgbClr val="35D0C5"/>
                </a:solidFill>
              </a:defRPr>
            </a:lvl3pPr>
            <a:lvl4pPr algn="l">
              <a:defRPr sz="1650" b="1">
                <a:solidFill>
                  <a:srgbClr val="35D0C5"/>
                </a:solidFill>
              </a:defRPr>
            </a:lvl4pPr>
            <a:lvl5pPr algn="l">
              <a:defRPr sz="1650" b="1">
                <a:solidFill>
                  <a:srgbClr val="35D0C5"/>
                </a:solidFill>
              </a:defRPr>
            </a:lvl5pPr>
            <a:lvl6pPr algn="l">
              <a:defRPr sz="1650" b="1">
                <a:solidFill>
                  <a:srgbClr val="35D0C5"/>
                </a:solidFill>
              </a:defRPr>
            </a:lvl6pPr>
            <a:lvl7pPr algn="l">
              <a:defRPr sz="1650" b="1">
                <a:solidFill>
                  <a:srgbClr val="35D0C5"/>
                </a:solidFill>
              </a:defRPr>
            </a:lvl7pPr>
            <a:lvl8pPr algn="l">
              <a:defRPr sz="1650" b="1">
                <a:solidFill>
                  <a:srgbClr val="35D0C5"/>
                </a:solidFill>
              </a:defRPr>
            </a:lvl8pPr>
            <a:lvl9pPr algn="l">
              <a:defRPr sz="1650" b="1">
                <a:solidFill>
                  <a:srgbClr val="35D0C5"/>
                </a:solidFill>
              </a:defRPr>
            </a:lvl9pPr>
          </a:lstStyle>
          <a:p xmlns:a="http://schemas.openxmlformats.org/drawingml/2006/main">
            <a:pPr algn="l">
              <a:defRPr sz="1650" b="1">
                <a:solidFill>
                  <a:srgbClr val="35D0C5"/>
                </a:solidFill>
              </a:defRPr>
            </a:pPr>
            <a:r>
              <a:rPr sz="1650" b="1">
                <a:solidFill>
                  <a:srgbClr val="35D0C5"/>
                </a:solidFill>
              </a:rPr>
              <a:t>Evidencia disponible</a:t>
            </a:r>
          </a:p>
        </p:txBody>
      </p:sp>
      <p:sp>
        <p:nvSpPr>
          <p:cNvPr id="7" name="">
            <a:extLst xmlns:a="http://schemas.openxmlformats.org/drawingml/2006/main">
              <a:ext uri="{FF2B5EF4-FFF2-40B4-BE49-F238E27FC236}">
                <a16:creationId xmlns:a16="http://schemas.microsoft.com/office/drawing/2014/main" id="{08245598-AD90-4917-96D7-6D02F66E6121}"/>
              </a:ext>
            </a:extLst>
          </p:cNvPr>
          <p:cNvSpPr>
            <a:spLocks xmlns:a="http://schemas.openxmlformats.org/drawingml/2006/main" noGrp="1"/>
          </p:cNvSpPr>
          <p:nvPr/>
        </p:nvSpPr>
        <p:spPr>
          <a:xfrm xmlns:a="http://schemas.openxmlformats.org/drawingml/2006/main">
            <a:off x="6362700" y="2114550"/>
            <a:ext cx="4762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F4F7F8"/>
                </a:solidFill>
              </a:defRPr>
            </a:defPPr>
            <a:lvl1pPr algn="l">
              <a:defRPr sz="1875" b="0">
                <a:solidFill>
                  <a:srgbClr val="F4F7F8"/>
                </a:solidFill>
              </a:defRPr>
            </a:lvl1pPr>
            <a:lvl2pPr algn="l">
              <a:defRPr sz="1875" b="0">
                <a:solidFill>
                  <a:srgbClr val="F4F7F8"/>
                </a:solidFill>
              </a:defRPr>
            </a:lvl2pPr>
            <a:lvl3pPr algn="l">
              <a:defRPr sz="1875" b="0">
                <a:solidFill>
                  <a:srgbClr val="F4F7F8"/>
                </a:solidFill>
              </a:defRPr>
            </a:lvl3pPr>
            <a:lvl4pPr algn="l">
              <a:defRPr sz="1875" b="0">
                <a:solidFill>
                  <a:srgbClr val="F4F7F8"/>
                </a:solidFill>
              </a:defRPr>
            </a:lvl4pPr>
            <a:lvl5pPr algn="l">
              <a:defRPr sz="1875" b="0">
                <a:solidFill>
                  <a:srgbClr val="F4F7F8"/>
                </a:solidFill>
              </a:defRPr>
            </a:lvl5pPr>
            <a:lvl6pPr algn="l">
              <a:defRPr sz="1875" b="0">
                <a:solidFill>
                  <a:srgbClr val="F4F7F8"/>
                </a:solidFill>
              </a:defRPr>
            </a:lvl6pPr>
            <a:lvl7pPr algn="l">
              <a:defRPr sz="1875" b="0">
                <a:solidFill>
                  <a:srgbClr val="F4F7F8"/>
                </a:solidFill>
              </a:defRPr>
            </a:lvl7pPr>
            <a:lvl8pPr algn="l">
              <a:defRPr sz="1875" b="0">
                <a:solidFill>
                  <a:srgbClr val="F4F7F8"/>
                </a:solidFill>
              </a:defRPr>
            </a:lvl8pPr>
            <a:lvl9pPr algn="l">
              <a:defRPr sz="1875" b="0">
                <a:solidFill>
                  <a:srgbClr val="F4F7F8"/>
                </a:solidFill>
              </a:defRPr>
            </a:lvl9pPr>
          </a:lstStyle>
          <a:p xmlns:a="http://schemas.openxmlformats.org/drawingml/2006/main">
            <a:pPr algn="l">
              <a:defRPr sz="1875" b="0">
                <a:solidFill>
                  <a:srgbClr val="F4F7F8"/>
                </a:solidFill>
              </a:defRPr>
            </a:pPr>
            <a:r>
              <a:rPr sz="1875" b="0">
                <a:solidFill>
                  <a:srgbClr val="F4F7F8"/>
                </a:solidFill>
              </a:rPr>
              <a:t>Repositorio con ramas main y feature</a:t>
            </a:r>
          </a:p>
          <a:p xmlns:a="http://schemas.openxmlformats.org/drawingml/2006/main">
            <a:pPr algn="l">
              <a:defRPr sz="1875" b="0">
                <a:solidFill>
                  <a:srgbClr val="F4F7F8"/>
                </a:solidFill>
              </a:defRPr>
            </a:pPr>
            <a:r>
              <a:rPr sz="1875" b="0">
                <a:solidFill>
                  <a:srgbClr val="F4F7F8"/>
                </a:solidFill>
              </a:rPr>
              <a:t>Pull Request creado y fusionado</a:t>
            </a:r>
          </a:p>
          <a:p xmlns:a="http://schemas.openxmlformats.org/drawingml/2006/main">
            <a:pPr algn="l">
              <a:defRPr sz="1875" b="0">
                <a:solidFill>
                  <a:srgbClr val="F4F7F8"/>
                </a:solidFill>
              </a:defRPr>
            </a:pPr>
            <a:r>
              <a:rPr sz="1875" b="0">
                <a:solidFill>
                  <a:srgbClr val="F4F7F8"/>
                </a:solidFill>
              </a:rPr>
              <a:t>Workflow local con build y validación</a:t>
            </a:r>
          </a:p>
          <a:p xmlns:a="http://schemas.openxmlformats.org/drawingml/2006/main">
            <a:pPr algn="l">
              <a:defRPr sz="1875" b="0">
                <a:solidFill>
                  <a:srgbClr val="F4F7F8"/>
                </a:solidFill>
              </a:defRPr>
            </a:pPr>
            <a:r>
              <a:rPr sz="1875" b="0">
                <a:solidFill>
                  <a:srgbClr val="F4F7F8"/>
                </a:solidFill>
              </a:rPr>
              <a:t>Proyecto web Vite + TypeScript + API + MongoDB</a:t>
            </a:r>
          </a:p>
        </p:txBody>
      </p:sp>
      <p:sp>
        <p:nvSpPr>
          <p:cNvPr id="8" name="">
            <a:extLst xmlns:a="http://schemas.openxmlformats.org/drawingml/2006/main">
              <a:ext uri="{FF2B5EF4-FFF2-40B4-BE49-F238E27FC236}">
                <a16:creationId xmlns:a16="http://schemas.microsoft.com/office/drawing/2014/main" id="{E3708E34-32E7-4D91-A26B-D5456A21CD8B}"/>
              </a:ext>
            </a:extLst>
          </p:cNvPr>
          <p:cNvSpPr>
            <a:spLocks xmlns:a="http://schemas.openxmlformats.org/drawingml/2006/main" noGrp="1"/>
          </p:cNvSpPr>
          <p:nvPr/>
        </p:nvSpPr>
        <p:spPr>
          <a:xfrm xmlns:a="http://schemas.openxmlformats.org/drawingml/2006/main">
            <a:off x="781050" y="5238750"/>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3A65A"/>
                </a:solidFill>
              </a:defRPr>
            </a:defPPr>
            <a:lvl1pPr algn="l">
              <a:defRPr sz="1650" b="1">
                <a:solidFill>
                  <a:srgbClr val="F3A65A"/>
                </a:solidFill>
              </a:defRPr>
            </a:lvl1pPr>
            <a:lvl2pPr algn="l">
              <a:defRPr sz="1650" b="1">
                <a:solidFill>
                  <a:srgbClr val="F3A65A"/>
                </a:solidFill>
              </a:defRPr>
            </a:lvl2pPr>
            <a:lvl3pPr algn="l">
              <a:defRPr sz="1650" b="1">
                <a:solidFill>
                  <a:srgbClr val="F3A65A"/>
                </a:solidFill>
              </a:defRPr>
            </a:lvl3pPr>
            <a:lvl4pPr algn="l">
              <a:defRPr sz="1650" b="1">
                <a:solidFill>
                  <a:srgbClr val="F3A65A"/>
                </a:solidFill>
              </a:defRPr>
            </a:lvl4pPr>
            <a:lvl5pPr algn="l">
              <a:defRPr sz="1650" b="1">
                <a:solidFill>
                  <a:srgbClr val="F3A65A"/>
                </a:solidFill>
              </a:defRPr>
            </a:lvl5pPr>
            <a:lvl6pPr algn="l">
              <a:defRPr sz="1650" b="1">
                <a:solidFill>
                  <a:srgbClr val="F3A65A"/>
                </a:solidFill>
              </a:defRPr>
            </a:lvl6pPr>
            <a:lvl7pPr algn="l">
              <a:defRPr sz="1650" b="1">
                <a:solidFill>
                  <a:srgbClr val="F3A65A"/>
                </a:solidFill>
              </a:defRPr>
            </a:lvl7pPr>
            <a:lvl8pPr algn="l">
              <a:defRPr sz="1650" b="1">
                <a:solidFill>
                  <a:srgbClr val="F3A65A"/>
                </a:solidFill>
              </a:defRPr>
            </a:lvl8pPr>
            <a:lvl9pPr algn="l">
              <a:defRPr sz="1650" b="1">
                <a:solidFill>
                  <a:srgbClr val="F3A65A"/>
                </a:solidFill>
              </a:defRPr>
            </a:lvl9pPr>
          </a:lstStyle>
          <a:p xmlns:a="http://schemas.openxmlformats.org/drawingml/2006/main">
            <a:pPr algn="l">
              <a:defRPr sz="1650" b="1">
                <a:solidFill>
                  <a:srgbClr val="F3A65A"/>
                </a:solidFill>
              </a:defRPr>
            </a:pPr>
            <a:r>
              <a:rPr sz="1650" b="1">
                <a:solidFill>
                  <a:srgbClr val="F3A65A"/>
                </a:solidFill>
              </a:rPr>
              <a:t>Brecha: el PDF menciona Angular; este ERP no está construido con Angular.</a:t>
            </a:r>
          </a:p>
        </p:txBody>
      </p:sp>
    </p:spTree>
    <p:extLst>
      <p:ext uri="{BB962C8B-B14F-4D97-AF65-F5344CB8AC3E}">
        <p14:creationId xmlns:p14="http://schemas.microsoft.com/office/powerpoint/2010/main" val="1811258908"/>
      </p:ext>
    </p:extLst>
  </p:cSld>
</p:sld>
</file>

<file path=ppt/slides/slide3.xml><?xml version="1.0" encoding="utf-8"?>
<p:sld xmlns:p="http://schemas.openxmlformats.org/presentationml/2006/main">
  <p:cSld>
    <p:bg>
      <p:bgPr>
        <a:solidFill xmlns:a="http://schemas.openxmlformats.org/drawingml/2006/main">
          <a:srgbClr val="061B2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C70CF5-47FC-4383-BAC2-F8A608B0F5F8}"/>
              </a:ext>
            </a:extLst>
          </p:cNvPr>
          <p:cNvSpPr>
            <a:spLocks xmlns:a="http://schemas.openxmlformats.org/drawingml/2006/main" noGrp="1"/>
          </p:cNvSpPr>
          <p:nvPr/>
        </p:nvSpPr>
        <p:spPr>
          <a:xfrm xmlns:a="http://schemas.openxmlformats.org/drawingml/2006/main">
            <a:off x="723900" y="45720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4F7F8"/>
                </a:solidFill>
              </a:defRPr>
            </a:defPPr>
            <a:lvl1pPr algn="l">
              <a:defRPr sz="2550" b="1">
                <a:solidFill>
                  <a:srgbClr val="F4F7F8"/>
                </a:solidFill>
              </a:defRPr>
            </a:lvl1pPr>
            <a:lvl2pPr algn="l">
              <a:defRPr sz="2550" b="1">
                <a:solidFill>
                  <a:srgbClr val="F4F7F8"/>
                </a:solidFill>
              </a:defRPr>
            </a:lvl2pPr>
            <a:lvl3pPr algn="l">
              <a:defRPr sz="2550" b="1">
                <a:solidFill>
                  <a:srgbClr val="F4F7F8"/>
                </a:solidFill>
              </a:defRPr>
            </a:lvl3pPr>
            <a:lvl4pPr algn="l">
              <a:defRPr sz="2550" b="1">
                <a:solidFill>
                  <a:srgbClr val="F4F7F8"/>
                </a:solidFill>
              </a:defRPr>
            </a:lvl4pPr>
            <a:lvl5pPr algn="l">
              <a:defRPr sz="2550" b="1">
                <a:solidFill>
                  <a:srgbClr val="F4F7F8"/>
                </a:solidFill>
              </a:defRPr>
            </a:lvl5pPr>
            <a:lvl6pPr algn="l">
              <a:defRPr sz="2550" b="1">
                <a:solidFill>
                  <a:srgbClr val="F4F7F8"/>
                </a:solidFill>
              </a:defRPr>
            </a:lvl6pPr>
            <a:lvl7pPr algn="l">
              <a:defRPr sz="2550" b="1">
                <a:solidFill>
                  <a:srgbClr val="F4F7F8"/>
                </a:solidFill>
              </a:defRPr>
            </a:lvl7pPr>
            <a:lvl8pPr algn="l">
              <a:defRPr sz="2550" b="1">
                <a:solidFill>
                  <a:srgbClr val="F4F7F8"/>
                </a:solidFill>
              </a:defRPr>
            </a:lvl8pPr>
            <a:lvl9pPr algn="l">
              <a:defRPr sz="2550" b="1">
                <a:solidFill>
                  <a:srgbClr val="F4F7F8"/>
                </a:solidFill>
              </a:defRPr>
            </a:lvl9pPr>
          </a:lstStyle>
          <a:p xmlns:a="http://schemas.openxmlformats.org/drawingml/2006/main">
            <a:pPr algn="l">
              <a:defRPr sz="2550" b="1">
                <a:solidFill>
                  <a:srgbClr val="F4F7F8"/>
                </a:solidFill>
              </a:defRPr>
            </a:pPr>
            <a:r>
              <a:rPr sz="2550" b="1">
                <a:solidFill>
                  <a:srgbClr val="F4F7F8"/>
                </a:solidFill>
              </a:rPr>
              <a:t>Git y estrategias de ramas</a:t>
            </a:r>
          </a:p>
        </p:txBody>
      </p:sp>
      <p:sp>
        <p:nvSpPr>
          <p:cNvPr id="2" name="">
            <a:extLst xmlns:a="http://schemas.openxmlformats.org/drawingml/2006/main">
              <a:ext uri="{FF2B5EF4-FFF2-40B4-BE49-F238E27FC236}">
                <a16:creationId xmlns:a16="http://schemas.microsoft.com/office/drawing/2014/main" id="{AB44B2C9-82AA-4B17-A74B-858F37A16A8E}"/>
              </a:ext>
            </a:extLst>
          </p:cNvPr>
          <p:cNvSpPr>
            <a:spLocks xmlns:a="http://schemas.openxmlformats.org/drawingml/2006/main" noGrp="1"/>
          </p:cNvSpPr>
          <p:nvPr/>
        </p:nvSpPr>
        <p:spPr>
          <a:xfrm xmlns:a="http://schemas.openxmlformats.org/drawingml/2006/main">
            <a:off x="723900" y="1181100"/>
            <a:ext cx="7048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3" name="">
            <a:extLst xmlns:a="http://schemas.openxmlformats.org/drawingml/2006/main">
              <a:ext uri="{FF2B5EF4-FFF2-40B4-BE49-F238E27FC236}">
                <a16:creationId xmlns:a16="http://schemas.microsoft.com/office/drawing/2014/main" id="{5D7B4E35-088F-40B0-A381-52C6AA625F37}"/>
              </a:ext>
            </a:extLst>
          </p:cNvPr>
          <p:cNvSpPr>
            <a:spLocks xmlns:a="http://schemas.openxmlformats.org/drawingml/2006/main" noGrp="1"/>
          </p:cNvSpPr>
          <p:nvPr/>
        </p:nvSpPr>
        <p:spPr>
          <a:xfrm xmlns:a="http://schemas.openxmlformats.org/drawingml/2006/main">
            <a:off x="723900" y="64293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78939C"/>
                </a:solidFill>
              </a:defRPr>
            </a:defPPr>
            <a:lvl1pPr algn="l">
              <a:defRPr sz="975" b="0">
                <a:solidFill>
                  <a:srgbClr val="78939C"/>
                </a:solidFill>
              </a:defRPr>
            </a:lvl1pPr>
            <a:lvl2pPr algn="l">
              <a:defRPr sz="975" b="0">
                <a:solidFill>
                  <a:srgbClr val="78939C"/>
                </a:solidFill>
              </a:defRPr>
            </a:lvl2pPr>
            <a:lvl3pPr algn="l">
              <a:defRPr sz="975" b="0">
                <a:solidFill>
                  <a:srgbClr val="78939C"/>
                </a:solidFill>
              </a:defRPr>
            </a:lvl3pPr>
            <a:lvl4pPr algn="l">
              <a:defRPr sz="975" b="0">
                <a:solidFill>
                  <a:srgbClr val="78939C"/>
                </a:solidFill>
              </a:defRPr>
            </a:lvl4pPr>
            <a:lvl5pPr algn="l">
              <a:defRPr sz="975" b="0">
                <a:solidFill>
                  <a:srgbClr val="78939C"/>
                </a:solidFill>
              </a:defRPr>
            </a:lvl5pPr>
            <a:lvl6pPr algn="l">
              <a:defRPr sz="975" b="0">
                <a:solidFill>
                  <a:srgbClr val="78939C"/>
                </a:solidFill>
              </a:defRPr>
            </a:lvl6pPr>
            <a:lvl7pPr algn="l">
              <a:defRPr sz="975" b="0">
                <a:solidFill>
                  <a:srgbClr val="78939C"/>
                </a:solidFill>
              </a:defRPr>
            </a:lvl7pPr>
            <a:lvl8pPr algn="l">
              <a:defRPr sz="975" b="0">
                <a:solidFill>
                  <a:srgbClr val="78939C"/>
                </a:solidFill>
              </a:defRPr>
            </a:lvl8pPr>
            <a:lvl9pPr algn="l">
              <a:defRPr sz="975" b="0">
                <a:solidFill>
                  <a:srgbClr val="78939C"/>
                </a:solidFill>
              </a:defRPr>
            </a:lvl9pPr>
          </a:lstStyle>
          <a:p xmlns:a="http://schemas.openxmlformats.org/drawingml/2006/main">
            <a:pPr algn="l">
              <a:defRPr sz="975" b="0">
                <a:solidFill>
                  <a:srgbClr val="78939C"/>
                </a:solidFill>
              </a:defRPr>
            </a:pPr>
            <a:r>
              <a:rPr sz="975" b="0">
                <a:solidFill>
                  <a:srgbClr val="78939C"/>
                </a:solidFill>
              </a:rPr>
              <a:t>ERP Camaronera  |  Proyecto Parcial I  |  03</a:t>
            </a:r>
          </a:p>
        </p:txBody>
      </p:sp>
      <p:sp>
        <p:nvSpPr>
          <p:cNvPr id="4" name="">
            <a:extLst xmlns:a="http://schemas.openxmlformats.org/drawingml/2006/main">
              <a:ext uri="{FF2B5EF4-FFF2-40B4-BE49-F238E27FC236}">
                <a16:creationId xmlns:a16="http://schemas.microsoft.com/office/drawing/2014/main" id="{125CDDDF-96FB-4F15-81AD-86793D0A6CAC}"/>
              </a:ext>
            </a:extLst>
          </p:cNvPr>
          <p:cNvSpPr>
            <a:spLocks xmlns:a="http://schemas.openxmlformats.org/drawingml/2006/main" noGrp="1"/>
          </p:cNvSpPr>
          <p:nvPr/>
        </p:nvSpPr>
        <p:spPr>
          <a:xfrm xmlns:a="http://schemas.openxmlformats.org/drawingml/2006/main">
            <a:off x="800100" y="16192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35D0C5"/>
                </a:solidFill>
              </a:defRPr>
            </a:defPPr>
            <a:lvl1pPr algn="l">
              <a:defRPr sz="2250" b="1">
                <a:solidFill>
                  <a:srgbClr val="35D0C5"/>
                </a:solidFill>
              </a:defRPr>
            </a:lvl1pPr>
            <a:lvl2pPr algn="l">
              <a:defRPr sz="2250" b="1">
                <a:solidFill>
                  <a:srgbClr val="35D0C5"/>
                </a:solidFill>
              </a:defRPr>
            </a:lvl2pPr>
            <a:lvl3pPr algn="l">
              <a:defRPr sz="2250" b="1">
                <a:solidFill>
                  <a:srgbClr val="35D0C5"/>
                </a:solidFill>
              </a:defRPr>
            </a:lvl3pPr>
            <a:lvl4pPr algn="l">
              <a:defRPr sz="2250" b="1">
                <a:solidFill>
                  <a:srgbClr val="35D0C5"/>
                </a:solidFill>
              </a:defRPr>
            </a:lvl4pPr>
            <a:lvl5pPr algn="l">
              <a:defRPr sz="2250" b="1">
                <a:solidFill>
                  <a:srgbClr val="35D0C5"/>
                </a:solidFill>
              </a:defRPr>
            </a:lvl5pPr>
            <a:lvl6pPr algn="l">
              <a:defRPr sz="2250" b="1">
                <a:solidFill>
                  <a:srgbClr val="35D0C5"/>
                </a:solidFill>
              </a:defRPr>
            </a:lvl6pPr>
            <a:lvl7pPr algn="l">
              <a:defRPr sz="2250" b="1">
                <a:solidFill>
                  <a:srgbClr val="35D0C5"/>
                </a:solidFill>
              </a:defRPr>
            </a:lvl7pPr>
            <a:lvl8pPr algn="l">
              <a:defRPr sz="2250" b="1">
                <a:solidFill>
                  <a:srgbClr val="35D0C5"/>
                </a:solidFill>
              </a:defRPr>
            </a:lvl8pPr>
            <a:lvl9pPr algn="l">
              <a:defRPr sz="2250" b="1">
                <a:solidFill>
                  <a:srgbClr val="35D0C5"/>
                </a:solidFill>
              </a:defRPr>
            </a:lvl9pPr>
          </a:lstStyle>
          <a:p xmlns:a="http://schemas.openxmlformats.org/drawingml/2006/main">
            <a:pPr algn="l">
              <a:defRPr sz="2250" b="1">
                <a:solidFill>
                  <a:srgbClr val="35D0C5"/>
                </a:solidFill>
              </a:defRPr>
            </a:pPr>
            <a:r>
              <a:rPr sz="2250" b="1">
                <a:solidFill>
                  <a:srgbClr val="35D0C5"/>
                </a:solidFill>
              </a:rPr>
              <a:t>Git Flow</a:t>
            </a:r>
          </a:p>
        </p:txBody>
      </p:sp>
      <p:sp>
        <p:nvSpPr>
          <p:cNvPr id="5" name="">
            <a:extLst xmlns:a="http://schemas.openxmlformats.org/drawingml/2006/main">
              <a:ext uri="{FF2B5EF4-FFF2-40B4-BE49-F238E27FC236}">
                <a16:creationId xmlns:a16="http://schemas.microsoft.com/office/drawing/2014/main" id="{2C3E335B-EE57-4B51-BC54-00A51FAFCB03}"/>
              </a:ext>
            </a:extLst>
          </p:cNvPr>
          <p:cNvSpPr>
            <a:spLocks xmlns:a="http://schemas.openxmlformats.org/drawingml/2006/main" noGrp="1"/>
          </p:cNvSpPr>
          <p:nvPr/>
        </p:nvSpPr>
        <p:spPr>
          <a:xfrm xmlns:a="http://schemas.openxmlformats.org/drawingml/2006/main">
            <a:off x="800100" y="2190750"/>
            <a:ext cx="4191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0">
                <a:solidFill>
                  <a:srgbClr val="F4F7F8"/>
                </a:solidFill>
              </a:defRPr>
            </a:defPPr>
            <a:lvl1pPr algn="l">
              <a:defRPr sz="1950" b="0">
                <a:solidFill>
                  <a:srgbClr val="F4F7F8"/>
                </a:solidFill>
              </a:defRPr>
            </a:lvl1pPr>
            <a:lvl2pPr algn="l">
              <a:defRPr sz="1950" b="0">
                <a:solidFill>
                  <a:srgbClr val="F4F7F8"/>
                </a:solidFill>
              </a:defRPr>
            </a:lvl2pPr>
            <a:lvl3pPr algn="l">
              <a:defRPr sz="1950" b="0">
                <a:solidFill>
                  <a:srgbClr val="F4F7F8"/>
                </a:solidFill>
              </a:defRPr>
            </a:lvl3pPr>
            <a:lvl4pPr algn="l">
              <a:defRPr sz="1950" b="0">
                <a:solidFill>
                  <a:srgbClr val="F4F7F8"/>
                </a:solidFill>
              </a:defRPr>
            </a:lvl4pPr>
            <a:lvl5pPr algn="l">
              <a:defRPr sz="1950" b="0">
                <a:solidFill>
                  <a:srgbClr val="F4F7F8"/>
                </a:solidFill>
              </a:defRPr>
            </a:lvl5pPr>
            <a:lvl6pPr algn="l">
              <a:defRPr sz="1950" b="0">
                <a:solidFill>
                  <a:srgbClr val="F4F7F8"/>
                </a:solidFill>
              </a:defRPr>
            </a:lvl6pPr>
            <a:lvl7pPr algn="l">
              <a:defRPr sz="1950" b="0">
                <a:solidFill>
                  <a:srgbClr val="F4F7F8"/>
                </a:solidFill>
              </a:defRPr>
            </a:lvl7pPr>
            <a:lvl8pPr algn="l">
              <a:defRPr sz="1950" b="0">
                <a:solidFill>
                  <a:srgbClr val="F4F7F8"/>
                </a:solidFill>
              </a:defRPr>
            </a:lvl8pPr>
            <a:lvl9pPr algn="l">
              <a:defRPr sz="1950" b="0">
                <a:solidFill>
                  <a:srgbClr val="F4F7F8"/>
                </a:solidFill>
              </a:defRPr>
            </a:lvl9pPr>
          </a:lstStyle>
          <a:p xmlns:a="http://schemas.openxmlformats.org/drawingml/2006/main">
            <a:pPr algn="l">
              <a:defRPr sz="1950" b="0">
                <a:solidFill>
                  <a:srgbClr val="F4F7F8"/>
                </a:solidFill>
              </a:defRPr>
            </a:pPr>
            <a:r>
              <a:rPr sz="1950" b="0">
                <a:solidFill>
                  <a:srgbClr val="F4F7F8"/>
                </a:solidFill>
              </a:rPr>
              <a:t>main + develop</a:t>
            </a:r>
          </a:p>
          <a:p xmlns:a="http://schemas.openxmlformats.org/drawingml/2006/main">
            <a:pPr algn="l">
              <a:defRPr sz="1950" b="0">
                <a:solidFill>
                  <a:srgbClr val="F4F7F8"/>
                </a:solidFill>
              </a:defRPr>
            </a:pPr>
            <a:r>
              <a:rPr sz="1950" b="0">
                <a:solidFill>
                  <a:srgbClr val="F4F7F8"/>
                </a:solidFill>
              </a:rPr>
              <a:t>feature, release, hotfix</a:t>
            </a:r>
          </a:p>
          <a:p xmlns:a="http://schemas.openxmlformats.org/drawingml/2006/main">
            <a:pPr algn="l">
              <a:defRPr sz="1950" b="0">
                <a:solidFill>
                  <a:srgbClr val="F4F7F8"/>
                </a:solidFill>
              </a:defRPr>
            </a:pPr>
            <a:r>
              <a:rPr sz="1950" b="0">
                <a:solidFill>
                  <a:srgbClr val="F4F7F8"/>
                </a:solidFill>
              </a:rPr>
              <a:t>Útil con releases planificadas</a:t>
            </a:r>
          </a:p>
          <a:p xmlns:a="http://schemas.openxmlformats.org/drawingml/2006/main">
            <a:pPr algn="l">
              <a:defRPr sz="1950" b="0">
                <a:solidFill>
                  <a:srgbClr val="F4F7F8"/>
                </a:solidFill>
              </a:defRPr>
            </a:pPr>
            <a:r>
              <a:rPr sz="1950" b="0">
                <a:solidFill>
                  <a:srgbClr val="F4F7F8"/>
                </a:solidFill>
              </a:rPr>
              <a:t>Más ramas que integrar</a:t>
            </a:r>
          </a:p>
        </p:txBody>
      </p:sp>
      <p:sp>
        <p:nvSpPr>
          <p:cNvPr id="6" name="">
            <a:extLst xmlns:a="http://schemas.openxmlformats.org/drawingml/2006/main">
              <a:ext uri="{FF2B5EF4-FFF2-40B4-BE49-F238E27FC236}">
                <a16:creationId xmlns:a16="http://schemas.microsoft.com/office/drawing/2014/main" id="{495503EF-2E39-40AC-BD89-0CB24745D7BB}"/>
              </a:ext>
            </a:extLst>
          </p:cNvPr>
          <p:cNvSpPr>
            <a:spLocks xmlns:a="http://schemas.openxmlformats.org/drawingml/2006/main" noGrp="1"/>
          </p:cNvSpPr>
          <p:nvPr/>
        </p:nvSpPr>
        <p:spPr>
          <a:xfrm xmlns:a="http://schemas.openxmlformats.org/drawingml/2006/main">
            <a:off x="6286500" y="161925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35D0C5"/>
                </a:solidFill>
              </a:defRPr>
            </a:defPPr>
            <a:lvl1pPr algn="l">
              <a:defRPr sz="2250" b="1">
                <a:solidFill>
                  <a:srgbClr val="35D0C5"/>
                </a:solidFill>
              </a:defRPr>
            </a:lvl1pPr>
            <a:lvl2pPr algn="l">
              <a:defRPr sz="2250" b="1">
                <a:solidFill>
                  <a:srgbClr val="35D0C5"/>
                </a:solidFill>
              </a:defRPr>
            </a:lvl2pPr>
            <a:lvl3pPr algn="l">
              <a:defRPr sz="2250" b="1">
                <a:solidFill>
                  <a:srgbClr val="35D0C5"/>
                </a:solidFill>
              </a:defRPr>
            </a:lvl3pPr>
            <a:lvl4pPr algn="l">
              <a:defRPr sz="2250" b="1">
                <a:solidFill>
                  <a:srgbClr val="35D0C5"/>
                </a:solidFill>
              </a:defRPr>
            </a:lvl4pPr>
            <a:lvl5pPr algn="l">
              <a:defRPr sz="2250" b="1">
                <a:solidFill>
                  <a:srgbClr val="35D0C5"/>
                </a:solidFill>
              </a:defRPr>
            </a:lvl5pPr>
            <a:lvl6pPr algn="l">
              <a:defRPr sz="2250" b="1">
                <a:solidFill>
                  <a:srgbClr val="35D0C5"/>
                </a:solidFill>
              </a:defRPr>
            </a:lvl6pPr>
            <a:lvl7pPr algn="l">
              <a:defRPr sz="2250" b="1">
                <a:solidFill>
                  <a:srgbClr val="35D0C5"/>
                </a:solidFill>
              </a:defRPr>
            </a:lvl7pPr>
            <a:lvl8pPr algn="l">
              <a:defRPr sz="2250" b="1">
                <a:solidFill>
                  <a:srgbClr val="35D0C5"/>
                </a:solidFill>
              </a:defRPr>
            </a:lvl8pPr>
            <a:lvl9pPr algn="l">
              <a:defRPr sz="2250" b="1">
                <a:solidFill>
                  <a:srgbClr val="35D0C5"/>
                </a:solidFill>
              </a:defRPr>
            </a:lvl9pPr>
          </a:lstStyle>
          <a:p xmlns:a="http://schemas.openxmlformats.org/drawingml/2006/main">
            <a:pPr algn="l">
              <a:defRPr sz="2250" b="1">
                <a:solidFill>
                  <a:srgbClr val="35D0C5"/>
                </a:solidFill>
              </a:defRPr>
            </a:pPr>
            <a:r>
              <a:rPr sz="2250" b="1">
                <a:solidFill>
                  <a:srgbClr val="35D0C5"/>
                </a:solidFill>
              </a:rPr>
              <a:t>Flujo corto hacia main</a:t>
            </a:r>
          </a:p>
        </p:txBody>
      </p:sp>
      <p:sp>
        <p:nvSpPr>
          <p:cNvPr id="7" name="">
            <a:extLst xmlns:a="http://schemas.openxmlformats.org/drawingml/2006/main">
              <a:ext uri="{FF2B5EF4-FFF2-40B4-BE49-F238E27FC236}">
                <a16:creationId xmlns:a16="http://schemas.microsoft.com/office/drawing/2014/main" id="{0E3357A5-011B-44F6-91BB-B90B5587D63E}"/>
              </a:ext>
            </a:extLst>
          </p:cNvPr>
          <p:cNvSpPr>
            <a:spLocks xmlns:a="http://schemas.openxmlformats.org/drawingml/2006/main" noGrp="1"/>
          </p:cNvSpPr>
          <p:nvPr/>
        </p:nvSpPr>
        <p:spPr>
          <a:xfrm xmlns:a="http://schemas.openxmlformats.org/drawingml/2006/main">
            <a:off x="6286500" y="2190750"/>
            <a:ext cx="4286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0">
                <a:solidFill>
                  <a:srgbClr val="F4F7F8"/>
                </a:solidFill>
              </a:defRPr>
            </a:defPPr>
            <a:lvl1pPr algn="l">
              <a:defRPr sz="1950" b="0">
                <a:solidFill>
                  <a:srgbClr val="F4F7F8"/>
                </a:solidFill>
              </a:defRPr>
            </a:lvl1pPr>
            <a:lvl2pPr algn="l">
              <a:defRPr sz="1950" b="0">
                <a:solidFill>
                  <a:srgbClr val="F4F7F8"/>
                </a:solidFill>
              </a:defRPr>
            </a:lvl2pPr>
            <a:lvl3pPr algn="l">
              <a:defRPr sz="1950" b="0">
                <a:solidFill>
                  <a:srgbClr val="F4F7F8"/>
                </a:solidFill>
              </a:defRPr>
            </a:lvl3pPr>
            <a:lvl4pPr algn="l">
              <a:defRPr sz="1950" b="0">
                <a:solidFill>
                  <a:srgbClr val="F4F7F8"/>
                </a:solidFill>
              </a:defRPr>
            </a:lvl4pPr>
            <a:lvl5pPr algn="l">
              <a:defRPr sz="1950" b="0">
                <a:solidFill>
                  <a:srgbClr val="F4F7F8"/>
                </a:solidFill>
              </a:defRPr>
            </a:lvl5pPr>
            <a:lvl6pPr algn="l">
              <a:defRPr sz="1950" b="0">
                <a:solidFill>
                  <a:srgbClr val="F4F7F8"/>
                </a:solidFill>
              </a:defRPr>
            </a:lvl6pPr>
            <a:lvl7pPr algn="l">
              <a:defRPr sz="1950" b="0">
                <a:solidFill>
                  <a:srgbClr val="F4F7F8"/>
                </a:solidFill>
              </a:defRPr>
            </a:lvl7pPr>
            <a:lvl8pPr algn="l">
              <a:defRPr sz="1950" b="0">
                <a:solidFill>
                  <a:srgbClr val="F4F7F8"/>
                </a:solidFill>
              </a:defRPr>
            </a:lvl8pPr>
            <a:lvl9pPr algn="l">
              <a:defRPr sz="1950" b="0">
                <a:solidFill>
                  <a:srgbClr val="F4F7F8"/>
                </a:solidFill>
              </a:defRPr>
            </a:lvl9pPr>
          </a:lstStyle>
          <a:p xmlns:a="http://schemas.openxmlformats.org/drawingml/2006/main">
            <a:pPr algn="l">
              <a:defRPr sz="1950" b="0">
                <a:solidFill>
                  <a:srgbClr val="F4F7F8"/>
                </a:solidFill>
              </a:defRPr>
            </a:pPr>
            <a:r>
              <a:rPr sz="1950" b="0">
                <a:solidFill>
                  <a:srgbClr val="F4F7F8"/>
                </a:solidFill>
              </a:rPr>
              <a:t>Rama breve por tarea</a:t>
            </a:r>
          </a:p>
          <a:p xmlns:a="http://schemas.openxmlformats.org/drawingml/2006/main">
            <a:pPr algn="l">
              <a:defRPr sz="1950" b="0">
                <a:solidFill>
                  <a:srgbClr val="F4F7F8"/>
                </a:solidFill>
              </a:defRPr>
            </a:pPr>
            <a:r>
              <a:rPr sz="1950" b="0">
                <a:solidFill>
                  <a:srgbClr val="F4F7F8"/>
                </a:solidFill>
              </a:rPr>
              <a:t>PR y revisión</a:t>
            </a:r>
          </a:p>
          <a:p xmlns:a="http://schemas.openxmlformats.org/drawingml/2006/main">
            <a:pPr algn="l">
              <a:defRPr sz="1950" b="0">
                <a:solidFill>
                  <a:srgbClr val="F4F7F8"/>
                </a:solidFill>
              </a:defRPr>
            </a:pPr>
            <a:r>
              <a:rPr sz="1950" b="0">
                <a:solidFill>
                  <a:srgbClr val="F4F7F8"/>
                </a:solidFill>
              </a:rPr>
              <a:t>CI antes del merge</a:t>
            </a:r>
          </a:p>
          <a:p xmlns:a="http://schemas.openxmlformats.org/drawingml/2006/main">
            <a:pPr algn="l">
              <a:defRPr sz="1950" b="0">
                <a:solidFill>
                  <a:srgbClr val="F4F7F8"/>
                </a:solidFill>
              </a:defRPr>
            </a:pPr>
            <a:r>
              <a:rPr sz="1950" b="0">
                <a:solidFill>
                  <a:srgbClr val="F4F7F8"/>
                </a:solidFill>
              </a:rPr>
              <a:t>Menos divergencia</a:t>
            </a:r>
          </a:p>
        </p:txBody>
      </p:sp>
      <p:sp>
        <p:nvSpPr>
          <p:cNvPr id="8" name="">
            <a:extLst xmlns:a="http://schemas.openxmlformats.org/drawingml/2006/main">
              <a:ext uri="{FF2B5EF4-FFF2-40B4-BE49-F238E27FC236}">
                <a16:creationId xmlns:a16="http://schemas.microsoft.com/office/drawing/2014/main" id="{497AF587-D0C7-4A58-A727-F158D0F0AF1B}"/>
              </a:ext>
            </a:extLst>
          </p:cNvPr>
          <p:cNvSpPr>
            <a:spLocks xmlns:a="http://schemas.openxmlformats.org/drawingml/2006/main" noGrp="1"/>
          </p:cNvSpPr>
          <p:nvPr/>
        </p:nvSpPr>
        <p:spPr>
          <a:xfrm xmlns:a="http://schemas.openxmlformats.org/drawingml/2006/main">
            <a:off x="800100" y="52197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F3A65A"/>
                </a:solidFill>
              </a:defRPr>
            </a:defPPr>
            <a:lvl1pPr algn="l">
              <a:defRPr sz="1725" b="1">
                <a:solidFill>
                  <a:srgbClr val="F3A65A"/>
                </a:solidFill>
              </a:defRPr>
            </a:lvl1pPr>
            <a:lvl2pPr algn="l">
              <a:defRPr sz="1725" b="1">
                <a:solidFill>
                  <a:srgbClr val="F3A65A"/>
                </a:solidFill>
              </a:defRPr>
            </a:lvl2pPr>
            <a:lvl3pPr algn="l">
              <a:defRPr sz="1725" b="1">
                <a:solidFill>
                  <a:srgbClr val="F3A65A"/>
                </a:solidFill>
              </a:defRPr>
            </a:lvl3pPr>
            <a:lvl4pPr algn="l">
              <a:defRPr sz="1725" b="1">
                <a:solidFill>
                  <a:srgbClr val="F3A65A"/>
                </a:solidFill>
              </a:defRPr>
            </a:lvl4pPr>
            <a:lvl5pPr algn="l">
              <a:defRPr sz="1725" b="1">
                <a:solidFill>
                  <a:srgbClr val="F3A65A"/>
                </a:solidFill>
              </a:defRPr>
            </a:lvl5pPr>
            <a:lvl6pPr algn="l">
              <a:defRPr sz="1725" b="1">
                <a:solidFill>
                  <a:srgbClr val="F3A65A"/>
                </a:solidFill>
              </a:defRPr>
            </a:lvl6pPr>
            <a:lvl7pPr algn="l">
              <a:defRPr sz="1725" b="1">
                <a:solidFill>
                  <a:srgbClr val="F3A65A"/>
                </a:solidFill>
              </a:defRPr>
            </a:lvl7pPr>
            <a:lvl8pPr algn="l">
              <a:defRPr sz="1725" b="1">
                <a:solidFill>
                  <a:srgbClr val="F3A65A"/>
                </a:solidFill>
              </a:defRPr>
            </a:lvl8pPr>
            <a:lvl9pPr algn="l">
              <a:defRPr sz="1725" b="1">
                <a:solidFill>
                  <a:srgbClr val="F3A65A"/>
                </a:solidFill>
              </a:defRPr>
            </a:lvl9pPr>
          </a:lstStyle>
          <a:p xmlns:a="http://schemas.openxmlformats.org/drawingml/2006/main">
            <a:pPr algn="l">
              <a:defRPr sz="1725" b="1">
                <a:solidFill>
                  <a:srgbClr val="F3A65A"/>
                </a:solidFill>
              </a:defRPr>
            </a:pPr>
            <a:r>
              <a:rPr sz="1725" b="1">
                <a:solidFill>
                  <a:srgbClr val="F3A65A"/>
                </a:solidFill>
              </a:rPr>
              <a:t>Propuesta para el equipo: main protegida + feature/&lt;issue&gt; + PR revisado.</a:t>
            </a:r>
          </a:p>
        </p:txBody>
      </p:sp>
    </p:spTree>
    <p:extLst>
      <p:ext uri="{BB962C8B-B14F-4D97-AF65-F5344CB8AC3E}">
        <p14:creationId xmlns:p14="http://schemas.microsoft.com/office/powerpoint/2010/main" val="72438774"/>
      </p:ext>
    </p:extLst>
  </p:cSld>
</p:sld>
</file>

<file path=ppt/slides/slide4.xml><?xml version="1.0" encoding="utf-8"?>
<p:sld xmlns:p="http://schemas.openxmlformats.org/presentationml/2006/main">
  <p:cSld>
    <p:bg>
      <p:bgPr>
        <a:solidFill xmlns:a="http://schemas.openxmlformats.org/drawingml/2006/main">
          <a:srgbClr val="061B2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751F210-EFE7-41BC-B9D3-48B29DB32626}"/>
              </a:ext>
            </a:extLst>
          </p:cNvPr>
          <p:cNvSpPr>
            <a:spLocks xmlns:a="http://schemas.openxmlformats.org/drawingml/2006/main" noGrp="1"/>
          </p:cNvSpPr>
          <p:nvPr/>
        </p:nvSpPr>
        <p:spPr>
          <a:xfrm xmlns:a="http://schemas.openxmlformats.org/drawingml/2006/main">
            <a:off x="723900" y="45720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4F7F8"/>
                </a:solidFill>
              </a:defRPr>
            </a:defPPr>
            <a:lvl1pPr algn="l">
              <a:defRPr sz="2550" b="1">
                <a:solidFill>
                  <a:srgbClr val="F4F7F8"/>
                </a:solidFill>
              </a:defRPr>
            </a:lvl1pPr>
            <a:lvl2pPr algn="l">
              <a:defRPr sz="2550" b="1">
                <a:solidFill>
                  <a:srgbClr val="F4F7F8"/>
                </a:solidFill>
              </a:defRPr>
            </a:lvl2pPr>
            <a:lvl3pPr algn="l">
              <a:defRPr sz="2550" b="1">
                <a:solidFill>
                  <a:srgbClr val="F4F7F8"/>
                </a:solidFill>
              </a:defRPr>
            </a:lvl3pPr>
            <a:lvl4pPr algn="l">
              <a:defRPr sz="2550" b="1">
                <a:solidFill>
                  <a:srgbClr val="F4F7F8"/>
                </a:solidFill>
              </a:defRPr>
            </a:lvl4pPr>
            <a:lvl5pPr algn="l">
              <a:defRPr sz="2550" b="1">
                <a:solidFill>
                  <a:srgbClr val="F4F7F8"/>
                </a:solidFill>
              </a:defRPr>
            </a:lvl5pPr>
            <a:lvl6pPr algn="l">
              <a:defRPr sz="2550" b="1">
                <a:solidFill>
                  <a:srgbClr val="F4F7F8"/>
                </a:solidFill>
              </a:defRPr>
            </a:lvl6pPr>
            <a:lvl7pPr algn="l">
              <a:defRPr sz="2550" b="1">
                <a:solidFill>
                  <a:srgbClr val="F4F7F8"/>
                </a:solidFill>
              </a:defRPr>
            </a:lvl7pPr>
            <a:lvl8pPr algn="l">
              <a:defRPr sz="2550" b="1">
                <a:solidFill>
                  <a:srgbClr val="F4F7F8"/>
                </a:solidFill>
              </a:defRPr>
            </a:lvl8pPr>
            <a:lvl9pPr algn="l">
              <a:defRPr sz="2550" b="1">
                <a:solidFill>
                  <a:srgbClr val="F4F7F8"/>
                </a:solidFill>
              </a:defRPr>
            </a:lvl9pPr>
          </a:lstStyle>
          <a:p xmlns:a="http://schemas.openxmlformats.org/drawingml/2006/main">
            <a:pPr algn="l">
              <a:defRPr sz="2550" b="1">
                <a:solidFill>
                  <a:srgbClr val="F4F7F8"/>
                </a:solidFill>
              </a:defRPr>
            </a:pPr>
            <a:r>
              <a:rPr sz="2550" b="1">
                <a:solidFill>
                  <a:srgbClr val="F4F7F8"/>
                </a:solidFill>
              </a:rPr>
              <a:t>GitHub: Issues, Pull Requests y revisión</a:t>
            </a:r>
          </a:p>
        </p:txBody>
      </p:sp>
      <p:sp>
        <p:nvSpPr>
          <p:cNvPr id="2" name="">
            <a:extLst xmlns:a="http://schemas.openxmlformats.org/drawingml/2006/main">
              <a:ext uri="{FF2B5EF4-FFF2-40B4-BE49-F238E27FC236}">
                <a16:creationId xmlns:a16="http://schemas.microsoft.com/office/drawing/2014/main" id="{51CB809B-BCB8-42F3-B4BD-1CC6B8823589}"/>
              </a:ext>
            </a:extLst>
          </p:cNvPr>
          <p:cNvSpPr>
            <a:spLocks xmlns:a="http://schemas.openxmlformats.org/drawingml/2006/main" noGrp="1"/>
          </p:cNvSpPr>
          <p:nvPr/>
        </p:nvSpPr>
        <p:spPr>
          <a:xfrm xmlns:a="http://schemas.openxmlformats.org/drawingml/2006/main">
            <a:off x="723900" y="1181100"/>
            <a:ext cx="7048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3" name="">
            <a:extLst xmlns:a="http://schemas.openxmlformats.org/drawingml/2006/main">
              <a:ext uri="{FF2B5EF4-FFF2-40B4-BE49-F238E27FC236}">
                <a16:creationId xmlns:a16="http://schemas.microsoft.com/office/drawing/2014/main" id="{13E68FC2-DF78-4E12-BA90-E1A36D1EA5B8}"/>
              </a:ext>
            </a:extLst>
          </p:cNvPr>
          <p:cNvSpPr>
            <a:spLocks xmlns:a="http://schemas.openxmlformats.org/drawingml/2006/main" noGrp="1"/>
          </p:cNvSpPr>
          <p:nvPr/>
        </p:nvSpPr>
        <p:spPr>
          <a:xfrm xmlns:a="http://schemas.openxmlformats.org/drawingml/2006/main">
            <a:off x="723900" y="64293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78939C"/>
                </a:solidFill>
              </a:defRPr>
            </a:defPPr>
            <a:lvl1pPr algn="l">
              <a:defRPr sz="975" b="0">
                <a:solidFill>
                  <a:srgbClr val="78939C"/>
                </a:solidFill>
              </a:defRPr>
            </a:lvl1pPr>
            <a:lvl2pPr algn="l">
              <a:defRPr sz="975" b="0">
                <a:solidFill>
                  <a:srgbClr val="78939C"/>
                </a:solidFill>
              </a:defRPr>
            </a:lvl2pPr>
            <a:lvl3pPr algn="l">
              <a:defRPr sz="975" b="0">
                <a:solidFill>
                  <a:srgbClr val="78939C"/>
                </a:solidFill>
              </a:defRPr>
            </a:lvl3pPr>
            <a:lvl4pPr algn="l">
              <a:defRPr sz="975" b="0">
                <a:solidFill>
                  <a:srgbClr val="78939C"/>
                </a:solidFill>
              </a:defRPr>
            </a:lvl4pPr>
            <a:lvl5pPr algn="l">
              <a:defRPr sz="975" b="0">
                <a:solidFill>
                  <a:srgbClr val="78939C"/>
                </a:solidFill>
              </a:defRPr>
            </a:lvl5pPr>
            <a:lvl6pPr algn="l">
              <a:defRPr sz="975" b="0">
                <a:solidFill>
                  <a:srgbClr val="78939C"/>
                </a:solidFill>
              </a:defRPr>
            </a:lvl6pPr>
            <a:lvl7pPr algn="l">
              <a:defRPr sz="975" b="0">
                <a:solidFill>
                  <a:srgbClr val="78939C"/>
                </a:solidFill>
              </a:defRPr>
            </a:lvl7pPr>
            <a:lvl8pPr algn="l">
              <a:defRPr sz="975" b="0">
                <a:solidFill>
                  <a:srgbClr val="78939C"/>
                </a:solidFill>
              </a:defRPr>
            </a:lvl8pPr>
            <a:lvl9pPr algn="l">
              <a:defRPr sz="975" b="0">
                <a:solidFill>
                  <a:srgbClr val="78939C"/>
                </a:solidFill>
              </a:defRPr>
            </a:lvl9pPr>
          </a:lstStyle>
          <a:p xmlns:a="http://schemas.openxmlformats.org/drawingml/2006/main">
            <a:pPr algn="l">
              <a:defRPr sz="975" b="0">
                <a:solidFill>
                  <a:srgbClr val="78939C"/>
                </a:solidFill>
              </a:defRPr>
            </a:pPr>
            <a:r>
              <a:rPr sz="975" b="0">
                <a:solidFill>
                  <a:srgbClr val="78939C"/>
                </a:solidFill>
              </a:rPr>
              <a:t>ERP Camaronera  |  Proyecto Parcial I  |  04</a:t>
            </a:r>
          </a:p>
        </p:txBody>
      </p:sp>
      <p:sp>
        <p:nvSpPr>
          <p:cNvPr id="4" name="">
            <a:extLst xmlns:a="http://schemas.openxmlformats.org/drawingml/2006/main">
              <a:ext uri="{FF2B5EF4-FFF2-40B4-BE49-F238E27FC236}">
                <a16:creationId xmlns:a16="http://schemas.microsoft.com/office/drawing/2014/main" id="{BB67A786-6FC6-49A2-9198-85CA25B60417}"/>
              </a:ext>
            </a:extLst>
          </p:cNvPr>
          <p:cNvSpPr>
            <a:spLocks xmlns:a="http://schemas.openxmlformats.org/drawingml/2006/main" noGrp="1"/>
          </p:cNvSpPr>
          <p:nvPr/>
        </p:nvSpPr>
        <p:spPr>
          <a:xfrm xmlns:a="http://schemas.openxmlformats.org/drawingml/2006/main">
            <a:off x="781050" y="20383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35D0C5"/>
                </a:solidFill>
              </a:defRPr>
            </a:defPPr>
            <a:lvl1pPr algn="l">
              <a:defRPr sz="1800" b="1">
                <a:solidFill>
                  <a:srgbClr val="35D0C5"/>
                </a:solidFill>
              </a:defRPr>
            </a:lvl1pPr>
            <a:lvl2pPr algn="l">
              <a:defRPr sz="1800" b="1">
                <a:solidFill>
                  <a:srgbClr val="35D0C5"/>
                </a:solidFill>
              </a:defRPr>
            </a:lvl2pPr>
            <a:lvl3pPr algn="l">
              <a:defRPr sz="1800" b="1">
                <a:solidFill>
                  <a:srgbClr val="35D0C5"/>
                </a:solidFill>
              </a:defRPr>
            </a:lvl3pPr>
            <a:lvl4pPr algn="l">
              <a:defRPr sz="1800" b="1">
                <a:solidFill>
                  <a:srgbClr val="35D0C5"/>
                </a:solidFill>
              </a:defRPr>
            </a:lvl4pPr>
            <a:lvl5pPr algn="l">
              <a:defRPr sz="1800" b="1">
                <a:solidFill>
                  <a:srgbClr val="35D0C5"/>
                </a:solidFill>
              </a:defRPr>
            </a:lvl5pPr>
            <a:lvl6pPr algn="l">
              <a:defRPr sz="1800" b="1">
                <a:solidFill>
                  <a:srgbClr val="35D0C5"/>
                </a:solidFill>
              </a:defRPr>
            </a:lvl6pPr>
            <a:lvl7pPr algn="l">
              <a:defRPr sz="1800" b="1">
                <a:solidFill>
                  <a:srgbClr val="35D0C5"/>
                </a:solidFill>
              </a:defRPr>
            </a:lvl7pPr>
            <a:lvl8pPr algn="l">
              <a:defRPr sz="1800" b="1">
                <a:solidFill>
                  <a:srgbClr val="35D0C5"/>
                </a:solidFill>
              </a:defRPr>
            </a:lvl8pPr>
            <a:lvl9pPr algn="l">
              <a:defRPr sz="1800" b="1">
                <a:solidFill>
                  <a:srgbClr val="35D0C5"/>
                </a:solidFill>
              </a:defRPr>
            </a:lvl9pPr>
          </a:lstStyle>
          <a:p xmlns:a="http://schemas.openxmlformats.org/drawingml/2006/main">
            <a:pPr algn="l">
              <a:defRPr sz="1800" b="1">
                <a:solidFill>
                  <a:srgbClr val="35D0C5"/>
                </a:solidFill>
              </a:defRPr>
            </a:pPr>
            <a:r>
              <a:rPr sz="1800" b="1">
                <a:solidFill>
                  <a:srgbClr val="35D0C5"/>
                </a:solidFill>
              </a:rPr>
              <a:t>01</a:t>
            </a:r>
          </a:p>
        </p:txBody>
      </p:sp>
      <p:sp>
        <p:nvSpPr>
          <p:cNvPr id="5" name="">
            <a:extLst xmlns:a="http://schemas.openxmlformats.org/drawingml/2006/main">
              <a:ext uri="{FF2B5EF4-FFF2-40B4-BE49-F238E27FC236}">
                <a16:creationId xmlns:a16="http://schemas.microsoft.com/office/drawing/2014/main" id="{018C499B-E9B7-48F9-B8F6-92929234D1FA}"/>
              </a:ext>
            </a:extLst>
          </p:cNvPr>
          <p:cNvSpPr>
            <a:spLocks xmlns:a="http://schemas.openxmlformats.org/drawingml/2006/main" noGrp="1"/>
          </p:cNvSpPr>
          <p:nvPr/>
        </p:nvSpPr>
        <p:spPr>
          <a:xfrm xmlns:a="http://schemas.openxmlformats.org/drawingml/2006/main">
            <a:off x="781050" y="257175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4F7F8"/>
                </a:solidFill>
              </a:defRPr>
            </a:defPPr>
            <a:lvl1pPr algn="l">
              <a:defRPr sz="1875" b="1">
                <a:solidFill>
                  <a:srgbClr val="F4F7F8"/>
                </a:solidFill>
              </a:defRPr>
            </a:lvl1pPr>
            <a:lvl2pPr algn="l">
              <a:defRPr sz="1875" b="1">
                <a:solidFill>
                  <a:srgbClr val="F4F7F8"/>
                </a:solidFill>
              </a:defRPr>
            </a:lvl2pPr>
            <a:lvl3pPr algn="l">
              <a:defRPr sz="1875" b="1">
                <a:solidFill>
                  <a:srgbClr val="F4F7F8"/>
                </a:solidFill>
              </a:defRPr>
            </a:lvl3pPr>
            <a:lvl4pPr algn="l">
              <a:defRPr sz="1875" b="1">
                <a:solidFill>
                  <a:srgbClr val="F4F7F8"/>
                </a:solidFill>
              </a:defRPr>
            </a:lvl4pPr>
            <a:lvl5pPr algn="l">
              <a:defRPr sz="1875" b="1">
                <a:solidFill>
                  <a:srgbClr val="F4F7F8"/>
                </a:solidFill>
              </a:defRPr>
            </a:lvl5pPr>
            <a:lvl6pPr algn="l">
              <a:defRPr sz="1875" b="1">
                <a:solidFill>
                  <a:srgbClr val="F4F7F8"/>
                </a:solidFill>
              </a:defRPr>
            </a:lvl6pPr>
            <a:lvl7pPr algn="l">
              <a:defRPr sz="1875" b="1">
                <a:solidFill>
                  <a:srgbClr val="F4F7F8"/>
                </a:solidFill>
              </a:defRPr>
            </a:lvl7pPr>
            <a:lvl8pPr algn="l">
              <a:defRPr sz="1875" b="1">
                <a:solidFill>
                  <a:srgbClr val="F4F7F8"/>
                </a:solidFill>
              </a:defRPr>
            </a:lvl8pPr>
            <a:lvl9pPr algn="l">
              <a:defRPr sz="1875" b="1">
                <a:solidFill>
                  <a:srgbClr val="F4F7F8"/>
                </a:solidFill>
              </a:defRPr>
            </a:lvl9pPr>
          </a:lstStyle>
          <a:p xmlns:a="http://schemas.openxmlformats.org/drawingml/2006/main">
            <a:pPr algn="l">
              <a:defRPr sz="1875" b="1">
                <a:solidFill>
                  <a:srgbClr val="F4F7F8"/>
                </a:solidFill>
              </a:defRPr>
            </a:pPr>
            <a:r>
              <a:rPr sz="1875" b="1">
                <a:solidFill>
                  <a:srgbClr val="F4F7F8"/>
                </a:solidFill>
              </a:rPr>
              <a:t>Issue</a:t>
            </a:r>
          </a:p>
        </p:txBody>
      </p:sp>
      <p:sp>
        <p:nvSpPr>
          <p:cNvPr id="6" name="">
            <a:extLst xmlns:a="http://schemas.openxmlformats.org/drawingml/2006/main">
              <a:ext uri="{FF2B5EF4-FFF2-40B4-BE49-F238E27FC236}">
                <a16:creationId xmlns:a16="http://schemas.microsoft.com/office/drawing/2014/main" id="{10AB9709-AFC6-4067-95D9-2627CFE7C4E2}"/>
              </a:ext>
            </a:extLst>
          </p:cNvPr>
          <p:cNvSpPr>
            <a:spLocks xmlns:a="http://schemas.openxmlformats.org/drawingml/2006/main" noGrp="1"/>
          </p:cNvSpPr>
          <p:nvPr/>
        </p:nvSpPr>
        <p:spPr>
          <a:xfrm xmlns:a="http://schemas.openxmlformats.org/drawingml/2006/main">
            <a:off x="781050" y="31432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BDD4D8"/>
                </a:solidFill>
              </a:defRPr>
            </a:defPPr>
            <a:lvl1pPr algn="l">
              <a:defRPr sz="1425" b="0">
                <a:solidFill>
                  <a:srgbClr val="BDD4D8"/>
                </a:solidFill>
              </a:defRPr>
            </a:lvl1pPr>
            <a:lvl2pPr algn="l">
              <a:defRPr sz="1425" b="0">
                <a:solidFill>
                  <a:srgbClr val="BDD4D8"/>
                </a:solidFill>
              </a:defRPr>
            </a:lvl2pPr>
            <a:lvl3pPr algn="l">
              <a:defRPr sz="1425" b="0">
                <a:solidFill>
                  <a:srgbClr val="BDD4D8"/>
                </a:solidFill>
              </a:defRPr>
            </a:lvl3pPr>
            <a:lvl4pPr algn="l">
              <a:defRPr sz="1425" b="0">
                <a:solidFill>
                  <a:srgbClr val="BDD4D8"/>
                </a:solidFill>
              </a:defRPr>
            </a:lvl4pPr>
            <a:lvl5pPr algn="l">
              <a:defRPr sz="1425" b="0">
                <a:solidFill>
                  <a:srgbClr val="BDD4D8"/>
                </a:solidFill>
              </a:defRPr>
            </a:lvl5pPr>
            <a:lvl6pPr algn="l">
              <a:defRPr sz="1425" b="0">
                <a:solidFill>
                  <a:srgbClr val="BDD4D8"/>
                </a:solidFill>
              </a:defRPr>
            </a:lvl6pPr>
            <a:lvl7pPr algn="l">
              <a:defRPr sz="1425" b="0">
                <a:solidFill>
                  <a:srgbClr val="BDD4D8"/>
                </a:solidFill>
              </a:defRPr>
            </a:lvl7pPr>
            <a:lvl8pPr algn="l">
              <a:defRPr sz="1425" b="0">
                <a:solidFill>
                  <a:srgbClr val="BDD4D8"/>
                </a:solidFill>
              </a:defRPr>
            </a:lvl8pPr>
            <a:lvl9pPr algn="l">
              <a:defRPr sz="1425" b="0">
                <a:solidFill>
                  <a:srgbClr val="BDD4D8"/>
                </a:solidFill>
              </a:defRPr>
            </a:lvl9pPr>
          </a:lstStyle>
          <a:p xmlns:a="http://schemas.openxmlformats.org/drawingml/2006/main">
            <a:pPr algn="l">
              <a:defRPr sz="1425" b="0">
                <a:solidFill>
                  <a:srgbClr val="BDD4D8"/>
                </a:solidFill>
              </a:defRPr>
            </a:pPr>
            <a:r>
              <a:rPr sz="1425" b="0">
                <a:solidFill>
                  <a:srgbClr val="BDD4D8"/>
                </a:solidFill>
              </a:rPr>
              <a:t>Necesidad y criterios</a:t>
            </a:r>
          </a:p>
        </p:txBody>
      </p:sp>
      <p:sp>
        <p:nvSpPr>
          <p:cNvPr id="7" name="">
            <a:extLst xmlns:a="http://schemas.openxmlformats.org/drawingml/2006/main">
              <a:ext uri="{FF2B5EF4-FFF2-40B4-BE49-F238E27FC236}">
                <a16:creationId xmlns:a16="http://schemas.microsoft.com/office/drawing/2014/main" id="{037A286C-946B-4423-8F15-B3FB673BE8BE}"/>
              </a:ext>
            </a:extLst>
          </p:cNvPr>
          <p:cNvSpPr>
            <a:spLocks xmlns:a="http://schemas.openxmlformats.org/drawingml/2006/main" noGrp="1"/>
          </p:cNvSpPr>
          <p:nvPr/>
        </p:nvSpPr>
        <p:spPr>
          <a:xfrm xmlns:a="http://schemas.openxmlformats.org/drawingml/2006/main">
            <a:off x="2457450" y="2800350"/>
            <a:ext cx="266700" cy="38100"/>
          </a:xfrm>
          <a:prstGeom xmlns:a="http://schemas.openxmlformats.org/drawingml/2006/main" prst="rect">
            <a:avLst/>
          </a:prstGeom>
          <a:solidFill xmlns:a="http://schemas.openxmlformats.org/drawingml/2006/main">
            <a:srgbClr val="F3A65A"/>
          </a:solidFill>
          <a:ln xmlns:a="http://schemas.openxmlformats.org/drawingml/2006/main" w="0">
            <a:solidFill>
              <a:srgbClr val="F3A65A"/>
            </a:solidFill>
            <a:prstDash val="solid"/>
          </a:ln>
        </p:spPr>
      </p:sp>
      <p:sp>
        <p:nvSpPr>
          <p:cNvPr id="8" name="">
            <a:extLst xmlns:a="http://schemas.openxmlformats.org/drawingml/2006/main">
              <a:ext uri="{FF2B5EF4-FFF2-40B4-BE49-F238E27FC236}">
                <a16:creationId xmlns:a16="http://schemas.microsoft.com/office/drawing/2014/main" id="{CAE8E35E-ADA1-4B7F-8779-E2AA75318CB5}"/>
              </a:ext>
            </a:extLst>
          </p:cNvPr>
          <p:cNvSpPr>
            <a:spLocks xmlns:a="http://schemas.openxmlformats.org/drawingml/2006/main" noGrp="1"/>
          </p:cNvSpPr>
          <p:nvPr/>
        </p:nvSpPr>
        <p:spPr>
          <a:xfrm xmlns:a="http://schemas.openxmlformats.org/drawingml/2006/main">
            <a:off x="2933700" y="20383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35D0C5"/>
                </a:solidFill>
              </a:defRPr>
            </a:defPPr>
            <a:lvl1pPr algn="l">
              <a:defRPr sz="1800" b="1">
                <a:solidFill>
                  <a:srgbClr val="35D0C5"/>
                </a:solidFill>
              </a:defRPr>
            </a:lvl1pPr>
            <a:lvl2pPr algn="l">
              <a:defRPr sz="1800" b="1">
                <a:solidFill>
                  <a:srgbClr val="35D0C5"/>
                </a:solidFill>
              </a:defRPr>
            </a:lvl2pPr>
            <a:lvl3pPr algn="l">
              <a:defRPr sz="1800" b="1">
                <a:solidFill>
                  <a:srgbClr val="35D0C5"/>
                </a:solidFill>
              </a:defRPr>
            </a:lvl3pPr>
            <a:lvl4pPr algn="l">
              <a:defRPr sz="1800" b="1">
                <a:solidFill>
                  <a:srgbClr val="35D0C5"/>
                </a:solidFill>
              </a:defRPr>
            </a:lvl4pPr>
            <a:lvl5pPr algn="l">
              <a:defRPr sz="1800" b="1">
                <a:solidFill>
                  <a:srgbClr val="35D0C5"/>
                </a:solidFill>
              </a:defRPr>
            </a:lvl5pPr>
            <a:lvl6pPr algn="l">
              <a:defRPr sz="1800" b="1">
                <a:solidFill>
                  <a:srgbClr val="35D0C5"/>
                </a:solidFill>
              </a:defRPr>
            </a:lvl6pPr>
            <a:lvl7pPr algn="l">
              <a:defRPr sz="1800" b="1">
                <a:solidFill>
                  <a:srgbClr val="35D0C5"/>
                </a:solidFill>
              </a:defRPr>
            </a:lvl7pPr>
            <a:lvl8pPr algn="l">
              <a:defRPr sz="1800" b="1">
                <a:solidFill>
                  <a:srgbClr val="35D0C5"/>
                </a:solidFill>
              </a:defRPr>
            </a:lvl8pPr>
            <a:lvl9pPr algn="l">
              <a:defRPr sz="1800" b="1">
                <a:solidFill>
                  <a:srgbClr val="35D0C5"/>
                </a:solidFill>
              </a:defRPr>
            </a:lvl9pPr>
          </a:lstStyle>
          <a:p xmlns:a="http://schemas.openxmlformats.org/drawingml/2006/main">
            <a:pPr algn="l">
              <a:defRPr sz="1800" b="1">
                <a:solidFill>
                  <a:srgbClr val="35D0C5"/>
                </a:solidFill>
              </a:defRPr>
            </a:pPr>
            <a:r>
              <a:rPr sz="1800" b="1">
                <a:solidFill>
                  <a:srgbClr val="35D0C5"/>
                </a:solidFill>
              </a:rPr>
              <a:t>02</a:t>
            </a:r>
          </a:p>
        </p:txBody>
      </p:sp>
      <p:sp>
        <p:nvSpPr>
          <p:cNvPr id="9" name="">
            <a:extLst xmlns:a="http://schemas.openxmlformats.org/drawingml/2006/main">
              <a:ext uri="{FF2B5EF4-FFF2-40B4-BE49-F238E27FC236}">
                <a16:creationId xmlns:a16="http://schemas.microsoft.com/office/drawing/2014/main" id="{47C68320-C884-42D1-A439-844215F08A79}"/>
              </a:ext>
            </a:extLst>
          </p:cNvPr>
          <p:cNvSpPr>
            <a:spLocks xmlns:a="http://schemas.openxmlformats.org/drawingml/2006/main" noGrp="1"/>
          </p:cNvSpPr>
          <p:nvPr/>
        </p:nvSpPr>
        <p:spPr>
          <a:xfrm xmlns:a="http://schemas.openxmlformats.org/drawingml/2006/main">
            <a:off x="2933700" y="257175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4F7F8"/>
                </a:solidFill>
              </a:defRPr>
            </a:defPPr>
            <a:lvl1pPr algn="l">
              <a:defRPr sz="1875" b="1">
                <a:solidFill>
                  <a:srgbClr val="F4F7F8"/>
                </a:solidFill>
              </a:defRPr>
            </a:lvl1pPr>
            <a:lvl2pPr algn="l">
              <a:defRPr sz="1875" b="1">
                <a:solidFill>
                  <a:srgbClr val="F4F7F8"/>
                </a:solidFill>
              </a:defRPr>
            </a:lvl2pPr>
            <a:lvl3pPr algn="l">
              <a:defRPr sz="1875" b="1">
                <a:solidFill>
                  <a:srgbClr val="F4F7F8"/>
                </a:solidFill>
              </a:defRPr>
            </a:lvl3pPr>
            <a:lvl4pPr algn="l">
              <a:defRPr sz="1875" b="1">
                <a:solidFill>
                  <a:srgbClr val="F4F7F8"/>
                </a:solidFill>
              </a:defRPr>
            </a:lvl4pPr>
            <a:lvl5pPr algn="l">
              <a:defRPr sz="1875" b="1">
                <a:solidFill>
                  <a:srgbClr val="F4F7F8"/>
                </a:solidFill>
              </a:defRPr>
            </a:lvl5pPr>
            <a:lvl6pPr algn="l">
              <a:defRPr sz="1875" b="1">
                <a:solidFill>
                  <a:srgbClr val="F4F7F8"/>
                </a:solidFill>
              </a:defRPr>
            </a:lvl6pPr>
            <a:lvl7pPr algn="l">
              <a:defRPr sz="1875" b="1">
                <a:solidFill>
                  <a:srgbClr val="F4F7F8"/>
                </a:solidFill>
              </a:defRPr>
            </a:lvl7pPr>
            <a:lvl8pPr algn="l">
              <a:defRPr sz="1875" b="1">
                <a:solidFill>
                  <a:srgbClr val="F4F7F8"/>
                </a:solidFill>
              </a:defRPr>
            </a:lvl8pPr>
            <a:lvl9pPr algn="l">
              <a:defRPr sz="1875" b="1">
                <a:solidFill>
                  <a:srgbClr val="F4F7F8"/>
                </a:solidFill>
              </a:defRPr>
            </a:lvl9pPr>
          </a:lstStyle>
          <a:p xmlns:a="http://schemas.openxmlformats.org/drawingml/2006/main">
            <a:pPr algn="l">
              <a:defRPr sz="1875" b="1">
                <a:solidFill>
                  <a:srgbClr val="F4F7F8"/>
                </a:solidFill>
              </a:defRPr>
            </a:pPr>
            <a:r>
              <a:rPr sz="1875" b="1">
                <a:solidFill>
                  <a:srgbClr val="F4F7F8"/>
                </a:solidFill>
              </a:rPr>
              <a:t>Rama</a:t>
            </a:r>
          </a:p>
        </p:txBody>
      </p:sp>
      <p:sp>
        <p:nvSpPr>
          <p:cNvPr id="10" name="">
            <a:extLst xmlns:a="http://schemas.openxmlformats.org/drawingml/2006/main">
              <a:ext uri="{FF2B5EF4-FFF2-40B4-BE49-F238E27FC236}">
                <a16:creationId xmlns:a16="http://schemas.microsoft.com/office/drawing/2014/main" id="{4275E60B-A9B1-45E7-AEA1-BF034FE2F9AC}"/>
              </a:ext>
            </a:extLst>
          </p:cNvPr>
          <p:cNvSpPr>
            <a:spLocks xmlns:a="http://schemas.openxmlformats.org/drawingml/2006/main" noGrp="1"/>
          </p:cNvSpPr>
          <p:nvPr/>
        </p:nvSpPr>
        <p:spPr>
          <a:xfrm xmlns:a="http://schemas.openxmlformats.org/drawingml/2006/main">
            <a:off x="2933700" y="31432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BDD4D8"/>
                </a:solidFill>
              </a:defRPr>
            </a:defPPr>
            <a:lvl1pPr algn="l">
              <a:defRPr sz="1425" b="0">
                <a:solidFill>
                  <a:srgbClr val="BDD4D8"/>
                </a:solidFill>
              </a:defRPr>
            </a:lvl1pPr>
            <a:lvl2pPr algn="l">
              <a:defRPr sz="1425" b="0">
                <a:solidFill>
                  <a:srgbClr val="BDD4D8"/>
                </a:solidFill>
              </a:defRPr>
            </a:lvl2pPr>
            <a:lvl3pPr algn="l">
              <a:defRPr sz="1425" b="0">
                <a:solidFill>
                  <a:srgbClr val="BDD4D8"/>
                </a:solidFill>
              </a:defRPr>
            </a:lvl3pPr>
            <a:lvl4pPr algn="l">
              <a:defRPr sz="1425" b="0">
                <a:solidFill>
                  <a:srgbClr val="BDD4D8"/>
                </a:solidFill>
              </a:defRPr>
            </a:lvl4pPr>
            <a:lvl5pPr algn="l">
              <a:defRPr sz="1425" b="0">
                <a:solidFill>
                  <a:srgbClr val="BDD4D8"/>
                </a:solidFill>
              </a:defRPr>
            </a:lvl5pPr>
            <a:lvl6pPr algn="l">
              <a:defRPr sz="1425" b="0">
                <a:solidFill>
                  <a:srgbClr val="BDD4D8"/>
                </a:solidFill>
              </a:defRPr>
            </a:lvl6pPr>
            <a:lvl7pPr algn="l">
              <a:defRPr sz="1425" b="0">
                <a:solidFill>
                  <a:srgbClr val="BDD4D8"/>
                </a:solidFill>
              </a:defRPr>
            </a:lvl7pPr>
            <a:lvl8pPr algn="l">
              <a:defRPr sz="1425" b="0">
                <a:solidFill>
                  <a:srgbClr val="BDD4D8"/>
                </a:solidFill>
              </a:defRPr>
            </a:lvl8pPr>
            <a:lvl9pPr algn="l">
              <a:defRPr sz="1425" b="0">
                <a:solidFill>
                  <a:srgbClr val="BDD4D8"/>
                </a:solidFill>
              </a:defRPr>
            </a:lvl9pPr>
          </a:lstStyle>
          <a:p xmlns:a="http://schemas.openxmlformats.org/drawingml/2006/main">
            <a:pPr algn="l">
              <a:defRPr sz="1425" b="0">
                <a:solidFill>
                  <a:srgbClr val="BDD4D8"/>
                </a:solidFill>
              </a:defRPr>
            </a:pPr>
            <a:r>
              <a:rPr sz="1425" b="0">
                <a:solidFill>
                  <a:srgbClr val="BDD4D8"/>
                </a:solidFill>
              </a:rPr>
              <a:t>Cambio aislado</a:t>
            </a:r>
          </a:p>
        </p:txBody>
      </p:sp>
      <p:sp>
        <p:nvSpPr>
          <p:cNvPr id="11" name="">
            <a:extLst xmlns:a="http://schemas.openxmlformats.org/drawingml/2006/main">
              <a:ext uri="{FF2B5EF4-FFF2-40B4-BE49-F238E27FC236}">
                <a16:creationId xmlns:a16="http://schemas.microsoft.com/office/drawing/2014/main" id="{4A25ACC8-90B7-43A8-8980-069AD7266FA0}"/>
              </a:ext>
            </a:extLst>
          </p:cNvPr>
          <p:cNvSpPr>
            <a:spLocks xmlns:a="http://schemas.openxmlformats.org/drawingml/2006/main" noGrp="1"/>
          </p:cNvSpPr>
          <p:nvPr/>
        </p:nvSpPr>
        <p:spPr>
          <a:xfrm xmlns:a="http://schemas.openxmlformats.org/drawingml/2006/main">
            <a:off x="4610100" y="2800350"/>
            <a:ext cx="266700" cy="38100"/>
          </a:xfrm>
          <a:prstGeom xmlns:a="http://schemas.openxmlformats.org/drawingml/2006/main" prst="rect">
            <a:avLst/>
          </a:prstGeom>
          <a:solidFill xmlns:a="http://schemas.openxmlformats.org/drawingml/2006/main">
            <a:srgbClr val="F3A65A"/>
          </a:solidFill>
          <a:ln xmlns:a="http://schemas.openxmlformats.org/drawingml/2006/main" w="0">
            <a:solidFill>
              <a:srgbClr val="F3A65A"/>
            </a:solidFill>
            <a:prstDash val="solid"/>
          </a:ln>
        </p:spPr>
      </p:sp>
      <p:sp>
        <p:nvSpPr>
          <p:cNvPr id="12" name="">
            <a:extLst xmlns:a="http://schemas.openxmlformats.org/drawingml/2006/main">
              <a:ext uri="{FF2B5EF4-FFF2-40B4-BE49-F238E27FC236}">
                <a16:creationId xmlns:a16="http://schemas.microsoft.com/office/drawing/2014/main" id="{BA5F5519-5E1F-46CF-9F3A-C26D809B82C0}"/>
              </a:ext>
            </a:extLst>
          </p:cNvPr>
          <p:cNvSpPr>
            <a:spLocks xmlns:a="http://schemas.openxmlformats.org/drawingml/2006/main" noGrp="1"/>
          </p:cNvSpPr>
          <p:nvPr/>
        </p:nvSpPr>
        <p:spPr>
          <a:xfrm xmlns:a="http://schemas.openxmlformats.org/drawingml/2006/main">
            <a:off x="5086350" y="20383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35D0C5"/>
                </a:solidFill>
              </a:defRPr>
            </a:defPPr>
            <a:lvl1pPr algn="l">
              <a:defRPr sz="1800" b="1">
                <a:solidFill>
                  <a:srgbClr val="35D0C5"/>
                </a:solidFill>
              </a:defRPr>
            </a:lvl1pPr>
            <a:lvl2pPr algn="l">
              <a:defRPr sz="1800" b="1">
                <a:solidFill>
                  <a:srgbClr val="35D0C5"/>
                </a:solidFill>
              </a:defRPr>
            </a:lvl2pPr>
            <a:lvl3pPr algn="l">
              <a:defRPr sz="1800" b="1">
                <a:solidFill>
                  <a:srgbClr val="35D0C5"/>
                </a:solidFill>
              </a:defRPr>
            </a:lvl3pPr>
            <a:lvl4pPr algn="l">
              <a:defRPr sz="1800" b="1">
                <a:solidFill>
                  <a:srgbClr val="35D0C5"/>
                </a:solidFill>
              </a:defRPr>
            </a:lvl4pPr>
            <a:lvl5pPr algn="l">
              <a:defRPr sz="1800" b="1">
                <a:solidFill>
                  <a:srgbClr val="35D0C5"/>
                </a:solidFill>
              </a:defRPr>
            </a:lvl5pPr>
            <a:lvl6pPr algn="l">
              <a:defRPr sz="1800" b="1">
                <a:solidFill>
                  <a:srgbClr val="35D0C5"/>
                </a:solidFill>
              </a:defRPr>
            </a:lvl6pPr>
            <a:lvl7pPr algn="l">
              <a:defRPr sz="1800" b="1">
                <a:solidFill>
                  <a:srgbClr val="35D0C5"/>
                </a:solidFill>
              </a:defRPr>
            </a:lvl7pPr>
            <a:lvl8pPr algn="l">
              <a:defRPr sz="1800" b="1">
                <a:solidFill>
                  <a:srgbClr val="35D0C5"/>
                </a:solidFill>
              </a:defRPr>
            </a:lvl8pPr>
            <a:lvl9pPr algn="l">
              <a:defRPr sz="1800" b="1">
                <a:solidFill>
                  <a:srgbClr val="35D0C5"/>
                </a:solidFill>
              </a:defRPr>
            </a:lvl9pPr>
          </a:lstStyle>
          <a:p xmlns:a="http://schemas.openxmlformats.org/drawingml/2006/main">
            <a:pPr algn="l">
              <a:defRPr sz="1800" b="1">
                <a:solidFill>
                  <a:srgbClr val="35D0C5"/>
                </a:solidFill>
              </a:defRPr>
            </a:pPr>
            <a:r>
              <a:rPr sz="1800" b="1">
                <a:solidFill>
                  <a:srgbClr val="35D0C5"/>
                </a:solidFill>
              </a:rPr>
              <a:t>03</a:t>
            </a:r>
          </a:p>
        </p:txBody>
      </p:sp>
      <p:sp>
        <p:nvSpPr>
          <p:cNvPr id="13" name="">
            <a:extLst xmlns:a="http://schemas.openxmlformats.org/drawingml/2006/main">
              <a:ext uri="{FF2B5EF4-FFF2-40B4-BE49-F238E27FC236}">
                <a16:creationId xmlns:a16="http://schemas.microsoft.com/office/drawing/2014/main" id="{5D9FBE2E-1D81-4C31-B23C-D652E7729CEA}"/>
              </a:ext>
            </a:extLst>
          </p:cNvPr>
          <p:cNvSpPr>
            <a:spLocks xmlns:a="http://schemas.openxmlformats.org/drawingml/2006/main" noGrp="1"/>
          </p:cNvSpPr>
          <p:nvPr/>
        </p:nvSpPr>
        <p:spPr>
          <a:xfrm xmlns:a="http://schemas.openxmlformats.org/drawingml/2006/main">
            <a:off x="5086350" y="257175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4F7F8"/>
                </a:solidFill>
              </a:defRPr>
            </a:defPPr>
            <a:lvl1pPr algn="l">
              <a:defRPr sz="1875" b="1">
                <a:solidFill>
                  <a:srgbClr val="F4F7F8"/>
                </a:solidFill>
              </a:defRPr>
            </a:lvl1pPr>
            <a:lvl2pPr algn="l">
              <a:defRPr sz="1875" b="1">
                <a:solidFill>
                  <a:srgbClr val="F4F7F8"/>
                </a:solidFill>
              </a:defRPr>
            </a:lvl2pPr>
            <a:lvl3pPr algn="l">
              <a:defRPr sz="1875" b="1">
                <a:solidFill>
                  <a:srgbClr val="F4F7F8"/>
                </a:solidFill>
              </a:defRPr>
            </a:lvl3pPr>
            <a:lvl4pPr algn="l">
              <a:defRPr sz="1875" b="1">
                <a:solidFill>
                  <a:srgbClr val="F4F7F8"/>
                </a:solidFill>
              </a:defRPr>
            </a:lvl4pPr>
            <a:lvl5pPr algn="l">
              <a:defRPr sz="1875" b="1">
                <a:solidFill>
                  <a:srgbClr val="F4F7F8"/>
                </a:solidFill>
              </a:defRPr>
            </a:lvl5pPr>
            <a:lvl6pPr algn="l">
              <a:defRPr sz="1875" b="1">
                <a:solidFill>
                  <a:srgbClr val="F4F7F8"/>
                </a:solidFill>
              </a:defRPr>
            </a:lvl6pPr>
            <a:lvl7pPr algn="l">
              <a:defRPr sz="1875" b="1">
                <a:solidFill>
                  <a:srgbClr val="F4F7F8"/>
                </a:solidFill>
              </a:defRPr>
            </a:lvl7pPr>
            <a:lvl8pPr algn="l">
              <a:defRPr sz="1875" b="1">
                <a:solidFill>
                  <a:srgbClr val="F4F7F8"/>
                </a:solidFill>
              </a:defRPr>
            </a:lvl8pPr>
            <a:lvl9pPr algn="l">
              <a:defRPr sz="1875" b="1">
                <a:solidFill>
                  <a:srgbClr val="F4F7F8"/>
                </a:solidFill>
              </a:defRPr>
            </a:lvl9pPr>
          </a:lstStyle>
          <a:p xmlns:a="http://schemas.openxmlformats.org/drawingml/2006/main">
            <a:pPr algn="l">
              <a:defRPr sz="1875" b="1">
                <a:solidFill>
                  <a:srgbClr val="F4F7F8"/>
                </a:solidFill>
              </a:defRPr>
            </a:pPr>
            <a:r>
              <a:rPr sz="1875" b="1">
                <a:solidFill>
                  <a:srgbClr val="F4F7F8"/>
                </a:solidFill>
              </a:rPr>
              <a:t>PR</a:t>
            </a:r>
          </a:p>
        </p:txBody>
      </p:sp>
      <p:sp>
        <p:nvSpPr>
          <p:cNvPr id="14" name="">
            <a:extLst xmlns:a="http://schemas.openxmlformats.org/drawingml/2006/main">
              <a:ext uri="{FF2B5EF4-FFF2-40B4-BE49-F238E27FC236}">
                <a16:creationId xmlns:a16="http://schemas.microsoft.com/office/drawing/2014/main" id="{17D7ABEF-3781-44F2-BD96-9807022BC11E}"/>
              </a:ext>
            </a:extLst>
          </p:cNvPr>
          <p:cNvSpPr>
            <a:spLocks xmlns:a="http://schemas.openxmlformats.org/drawingml/2006/main" noGrp="1"/>
          </p:cNvSpPr>
          <p:nvPr/>
        </p:nvSpPr>
        <p:spPr>
          <a:xfrm xmlns:a="http://schemas.openxmlformats.org/drawingml/2006/main">
            <a:off x="5086350" y="31432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BDD4D8"/>
                </a:solidFill>
              </a:defRPr>
            </a:defPPr>
            <a:lvl1pPr algn="l">
              <a:defRPr sz="1425" b="0">
                <a:solidFill>
                  <a:srgbClr val="BDD4D8"/>
                </a:solidFill>
              </a:defRPr>
            </a:lvl1pPr>
            <a:lvl2pPr algn="l">
              <a:defRPr sz="1425" b="0">
                <a:solidFill>
                  <a:srgbClr val="BDD4D8"/>
                </a:solidFill>
              </a:defRPr>
            </a:lvl2pPr>
            <a:lvl3pPr algn="l">
              <a:defRPr sz="1425" b="0">
                <a:solidFill>
                  <a:srgbClr val="BDD4D8"/>
                </a:solidFill>
              </a:defRPr>
            </a:lvl3pPr>
            <a:lvl4pPr algn="l">
              <a:defRPr sz="1425" b="0">
                <a:solidFill>
                  <a:srgbClr val="BDD4D8"/>
                </a:solidFill>
              </a:defRPr>
            </a:lvl4pPr>
            <a:lvl5pPr algn="l">
              <a:defRPr sz="1425" b="0">
                <a:solidFill>
                  <a:srgbClr val="BDD4D8"/>
                </a:solidFill>
              </a:defRPr>
            </a:lvl5pPr>
            <a:lvl6pPr algn="l">
              <a:defRPr sz="1425" b="0">
                <a:solidFill>
                  <a:srgbClr val="BDD4D8"/>
                </a:solidFill>
              </a:defRPr>
            </a:lvl6pPr>
            <a:lvl7pPr algn="l">
              <a:defRPr sz="1425" b="0">
                <a:solidFill>
                  <a:srgbClr val="BDD4D8"/>
                </a:solidFill>
              </a:defRPr>
            </a:lvl7pPr>
            <a:lvl8pPr algn="l">
              <a:defRPr sz="1425" b="0">
                <a:solidFill>
                  <a:srgbClr val="BDD4D8"/>
                </a:solidFill>
              </a:defRPr>
            </a:lvl8pPr>
            <a:lvl9pPr algn="l">
              <a:defRPr sz="1425" b="0">
                <a:solidFill>
                  <a:srgbClr val="BDD4D8"/>
                </a:solidFill>
              </a:defRPr>
            </a:lvl9pPr>
          </a:lstStyle>
          <a:p xmlns:a="http://schemas.openxmlformats.org/drawingml/2006/main">
            <a:pPr algn="l">
              <a:defRPr sz="1425" b="0">
                <a:solidFill>
                  <a:srgbClr val="BDD4D8"/>
                </a:solidFill>
              </a:defRPr>
            </a:pPr>
            <a:r>
              <a:rPr sz="1425" b="0">
                <a:solidFill>
                  <a:srgbClr val="BDD4D8"/>
                </a:solidFill>
              </a:rPr>
              <a:t>Contexto y evidencia</a:t>
            </a:r>
          </a:p>
        </p:txBody>
      </p:sp>
      <p:sp>
        <p:nvSpPr>
          <p:cNvPr id="15" name="">
            <a:extLst xmlns:a="http://schemas.openxmlformats.org/drawingml/2006/main">
              <a:ext uri="{FF2B5EF4-FFF2-40B4-BE49-F238E27FC236}">
                <a16:creationId xmlns:a16="http://schemas.microsoft.com/office/drawing/2014/main" id="{2758F4B8-F972-4D8D-B715-38A058C44D13}"/>
              </a:ext>
            </a:extLst>
          </p:cNvPr>
          <p:cNvSpPr>
            <a:spLocks xmlns:a="http://schemas.openxmlformats.org/drawingml/2006/main" noGrp="1"/>
          </p:cNvSpPr>
          <p:nvPr/>
        </p:nvSpPr>
        <p:spPr>
          <a:xfrm xmlns:a="http://schemas.openxmlformats.org/drawingml/2006/main">
            <a:off x="6762750" y="2800350"/>
            <a:ext cx="266700" cy="38100"/>
          </a:xfrm>
          <a:prstGeom xmlns:a="http://schemas.openxmlformats.org/drawingml/2006/main" prst="rect">
            <a:avLst/>
          </a:prstGeom>
          <a:solidFill xmlns:a="http://schemas.openxmlformats.org/drawingml/2006/main">
            <a:srgbClr val="F3A65A"/>
          </a:solidFill>
          <a:ln xmlns:a="http://schemas.openxmlformats.org/drawingml/2006/main" w="0">
            <a:solidFill>
              <a:srgbClr val="F3A65A"/>
            </a:solidFill>
            <a:prstDash val="solid"/>
          </a:ln>
        </p:spPr>
      </p:sp>
      <p:sp>
        <p:nvSpPr>
          <p:cNvPr id="16" name="">
            <a:extLst xmlns:a="http://schemas.openxmlformats.org/drawingml/2006/main">
              <a:ext uri="{FF2B5EF4-FFF2-40B4-BE49-F238E27FC236}">
                <a16:creationId xmlns:a16="http://schemas.microsoft.com/office/drawing/2014/main" id="{4D35873B-7728-4991-A5F1-43CF8D5F01E5}"/>
              </a:ext>
            </a:extLst>
          </p:cNvPr>
          <p:cNvSpPr>
            <a:spLocks xmlns:a="http://schemas.openxmlformats.org/drawingml/2006/main" noGrp="1"/>
          </p:cNvSpPr>
          <p:nvPr/>
        </p:nvSpPr>
        <p:spPr>
          <a:xfrm xmlns:a="http://schemas.openxmlformats.org/drawingml/2006/main">
            <a:off x="7239000" y="20383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35D0C5"/>
                </a:solidFill>
              </a:defRPr>
            </a:defPPr>
            <a:lvl1pPr algn="l">
              <a:defRPr sz="1800" b="1">
                <a:solidFill>
                  <a:srgbClr val="35D0C5"/>
                </a:solidFill>
              </a:defRPr>
            </a:lvl1pPr>
            <a:lvl2pPr algn="l">
              <a:defRPr sz="1800" b="1">
                <a:solidFill>
                  <a:srgbClr val="35D0C5"/>
                </a:solidFill>
              </a:defRPr>
            </a:lvl2pPr>
            <a:lvl3pPr algn="l">
              <a:defRPr sz="1800" b="1">
                <a:solidFill>
                  <a:srgbClr val="35D0C5"/>
                </a:solidFill>
              </a:defRPr>
            </a:lvl3pPr>
            <a:lvl4pPr algn="l">
              <a:defRPr sz="1800" b="1">
                <a:solidFill>
                  <a:srgbClr val="35D0C5"/>
                </a:solidFill>
              </a:defRPr>
            </a:lvl4pPr>
            <a:lvl5pPr algn="l">
              <a:defRPr sz="1800" b="1">
                <a:solidFill>
                  <a:srgbClr val="35D0C5"/>
                </a:solidFill>
              </a:defRPr>
            </a:lvl5pPr>
            <a:lvl6pPr algn="l">
              <a:defRPr sz="1800" b="1">
                <a:solidFill>
                  <a:srgbClr val="35D0C5"/>
                </a:solidFill>
              </a:defRPr>
            </a:lvl6pPr>
            <a:lvl7pPr algn="l">
              <a:defRPr sz="1800" b="1">
                <a:solidFill>
                  <a:srgbClr val="35D0C5"/>
                </a:solidFill>
              </a:defRPr>
            </a:lvl7pPr>
            <a:lvl8pPr algn="l">
              <a:defRPr sz="1800" b="1">
                <a:solidFill>
                  <a:srgbClr val="35D0C5"/>
                </a:solidFill>
              </a:defRPr>
            </a:lvl8pPr>
            <a:lvl9pPr algn="l">
              <a:defRPr sz="1800" b="1">
                <a:solidFill>
                  <a:srgbClr val="35D0C5"/>
                </a:solidFill>
              </a:defRPr>
            </a:lvl9pPr>
          </a:lstStyle>
          <a:p xmlns:a="http://schemas.openxmlformats.org/drawingml/2006/main">
            <a:pPr algn="l">
              <a:defRPr sz="1800" b="1">
                <a:solidFill>
                  <a:srgbClr val="35D0C5"/>
                </a:solidFill>
              </a:defRPr>
            </a:pPr>
            <a:r>
              <a:rPr sz="1800" b="1">
                <a:solidFill>
                  <a:srgbClr val="35D0C5"/>
                </a:solidFill>
              </a:rPr>
              <a:t>04</a:t>
            </a:r>
          </a:p>
        </p:txBody>
      </p:sp>
      <p:sp>
        <p:nvSpPr>
          <p:cNvPr id="17" name="">
            <a:extLst xmlns:a="http://schemas.openxmlformats.org/drawingml/2006/main">
              <a:ext uri="{FF2B5EF4-FFF2-40B4-BE49-F238E27FC236}">
                <a16:creationId xmlns:a16="http://schemas.microsoft.com/office/drawing/2014/main" id="{AC888FA5-A45B-49A1-85D9-019B1E666EA3}"/>
              </a:ext>
            </a:extLst>
          </p:cNvPr>
          <p:cNvSpPr>
            <a:spLocks xmlns:a="http://schemas.openxmlformats.org/drawingml/2006/main" noGrp="1"/>
          </p:cNvSpPr>
          <p:nvPr/>
        </p:nvSpPr>
        <p:spPr>
          <a:xfrm xmlns:a="http://schemas.openxmlformats.org/drawingml/2006/main">
            <a:off x="7239000" y="257175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4F7F8"/>
                </a:solidFill>
              </a:defRPr>
            </a:defPPr>
            <a:lvl1pPr algn="l">
              <a:defRPr sz="1875" b="1">
                <a:solidFill>
                  <a:srgbClr val="F4F7F8"/>
                </a:solidFill>
              </a:defRPr>
            </a:lvl1pPr>
            <a:lvl2pPr algn="l">
              <a:defRPr sz="1875" b="1">
                <a:solidFill>
                  <a:srgbClr val="F4F7F8"/>
                </a:solidFill>
              </a:defRPr>
            </a:lvl2pPr>
            <a:lvl3pPr algn="l">
              <a:defRPr sz="1875" b="1">
                <a:solidFill>
                  <a:srgbClr val="F4F7F8"/>
                </a:solidFill>
              </a:defRPr>
            </a:lvl3pPr>
            <a:lvl4pPr algn="l">
              <a:defRPr sz="1875" b="1">
                <a:solidFill>
                  <a:srgbClr val="F4F7F8"/>
                </a:solidFill>
              </a:defRPr>
            </a:lvl4pPr>
            <a:lvl5pPr algn="l">
              <a:defRPr sz="1875" b="1">
                <a:solidFill>
                  <a:srgbClr val="F4F7F8"/>
                </a:solidFill>
              </a:defRPr>
            </a:lvl5pPr>
            <a:lvl6pPr algn="l">
              <a:defRPr sz="1875" b="1">
                <a:solidFill>
                  <a:srgbClr val="F4F7F8"/>
                </a:solidFill>
              </a:defRPr>
            </a:lvl6pPr>
            <a:lvl7pPr algn="l">
              <a:defRPr sz="1875" b="1">
                <a:solidFill>
                  <a:srgbClr val="F4F7F8"/>
                </a:solidFill>
              </a:defRPr>
            </a:lvl7pPr>
            <a:lvl8pPr algn="l">
              <a:defRPr sz="1875" b="1">
                <a:solidFill>
                  <a:srgbClr val="F4F7F8"/>
                </a:solidFill>
              </a:defRPr>
            </a:lvl8pPr>
            <a:lvl9pPr algn="l">
              <a:defRPr sz="1875" b="1">
                <a:solidFill>
                  <a:srgbClr val="F4F7F8"/>
                </a:solidFill>
              </a:defRPr>
            </a:lvl9pPr>
          </a:lstStyle>
          <a:p xmlns:a="http://schemas.openxmlformats.org/drawingml/2006/main">
            <a:pPr algn="l">
              <a:defRPr sz="1875" b="1">
                <a:solidFill>
                  <a:srgbClr val="F4F7F8"/>
                </a:solidFill>
              </a:defRPr>
            </a:pPr>
            <a:r>
              <a:rPr sz="1875" b="1">
                <a:solidFill>
                  <a:srgbClr val="F4F7F8"/>
                </a:solidFill>
              </a:rPr>
              <a:t>Review</a:t>
            </a:r>
          </a:p>
        </p:txBody>
      </p:sp>
      <p:sp>
        <p:nvSpPr>
          <p:cNvPr id="18" name="">
            <a:extLst xmlns:a="http://schemas.openxmlformats.org/drawingml/2006/main">
              <a:ext uri="{FF2B5EF4-FFF2-40B4-BE49-F238E27FC236}">
                <a16:creationId xmlns:a16="http://schemas.microsoft.com/office/drawing/2014/main" id="{81DA5B56-B0A9-4041-8849-F23423E97C93}"/>
              </a:ext>
            </a:extLst>
          </p:cNvPr>
          <p:cNvSpPr>
            <a:spLocks xmlns:a="http://schemas.openxmlformats.org/drawingml/2006/main" noGrp="1"/>
          </p:cNvSpPr>
          <p:nvPr/>
        </p:nvSpPr>
        <p:spPr>
          <a:xfrm xmlns:a="http://schemas.openxmlformats.org/drawingml/2006/main">
            <a:off x="7239000" y="31432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BDD4D8"/>
                </a:solidFill>
              </a:defRPr>
            </a:defPPr>
            <a:lvl1pPr algn="l">
              <a:defRPr sz="1425" b="0">
                <a:solidFill>
                  <a:srgbClr val="BDD4D8"/>
                </a:solidFill>
              </a:defRPr>
            </a:lvl1pPr>
            <a:lvl2pPr algn="l">
              <a:defRPr sz="1425" b="0">
                <a:solidFill>
                  <a:srgbClr val="BDD4D8"/>
                </a:solidFill>
              </a:defRPr>
            </a:lvl2pPr>
            <a:lvl3pPr algn="l">
              <a:defRPr sz="1425" b="0">
                <a:solidFill>
                  <a:srgbClr val="BDD4D8"/>
                </a:solidFill>
              </a:defRPr>
            </a:lvl3pPr>
            <a:lvl4pPr algn="l">
              <a:defRPr sz="1425" b="0">
                <a:solidFill>
                  <a:srgbClr val="BDD4D8"/>
                </a:solidFill>
              </a:defRPr>
            </a:lvl4pPr>
            <a:lvl5pPr algn="l">
              <a:defRPr sz="1425" b="0">
                <a:solidFill>
                  <a:srgbClr val="BDD4D8"/>
                </a:solidFill>
              </a:defRPr>
            </a:lvl5pPr>
            <a:lvl6pPr algn="l">
              <a:defRPr sz="1425" b="0">
                <a:solidFill>
                  <a:srgbClr val="BDD4D8"/>
                </a:solidFill>
              </a:defRPr>
            </a:lvl6pPr>
            <a:lvl7pPr algn="l">
              <a:defRPr sz="1425" b="0">
                <a:solidFill>
                  <a:srgbClr val="BDD4D8"/>
                </a:solidFill>
              </a:defRPr>
            </a:lvl7pPr>
            <a:lvl8pPr algn="l">
              <a:defRPr sz="1425" b="0">
                <a:solidFill>
                  <a:srgbClr val="BDD4D8"/>
                </a:solidFill>
              </a:defRPr>
            </a:lvl8pPr>
            <a:lvl9pPr algn="l">
              <a:defRPr sz="1425" b="0">
                <a:solidFill>
                  <a:srgbClr val="BDD4D8"/>
                </a:solidFill>
              </a:defRPr>
            </a:lvl9pPr>
          </a:lstStyle>
          <a:p xmlns:a="http://schemas.openxmlformats.org/drawingml/2006/main">
            <a:pPr algn="l">
              <a:defRPr sz="1425" b="0">
                <a:solidFill>
                  <a:srgbClr val="BDD4D8"/>
                </a:solidFill>
              </a:defRPr>
            </a:pPr>
            <a:r>
              <a:rPr sz="1425" b="0">
                <a:solidFill>
                  <a:srgbClr val="BDD4D8"/>
                </a:solidFill>
              </a:rPr>
              <a:t>Comentario y aprobación</a:t>
            </a:r>
          </a:p>
        </p:txBody>
      </p:sp>
      <p:sp>
        <p:nvSpPr>
          <p:cNvPr id="19" name="">
            <a:extLst xmlns:a="http://schemas.openxmlformats.org/drawingml/2006/main">
              <a:ext uri="{FF2B5EF4-FFF2-40B4-BE49-F238E27FC236}">
                <a16:creationId xmlns:a16="http://schemas.microsoft.com/office/drawing/2014/main" id="{92AB1B14-2F7A-48B7-8535-3FC05571FCE3}"/>
              </a:ext>
            </a:extLst>
          </p:cNvPr>
          <p:cNvSpPr>
            <a:spLocks xmlns:a="http://schemas.openxmlformats.org/drawingml/2006/main" noGrp="1"/>
          </p:cNvSpPr>
          <p:nvPr/>
        </p:nvSpPr>
        <p:spPr>
          <a:xfrm xmlns:a="http://schemas.openxmlformats.org/drawingml/2006/main">
            <a:off x="8915400" y="2800350"/>
            <a:ext cx="266700" cy="38100"/>
          </a:xfrm>
          <a:prstGeom xmlns:a="http://schemas.openxmlformats.org/drawingml/2006/main" prst="rect">
            <a:avLst/>
          </a:prstGeom>
          <a:solidFill xmlns:a="http://schemas.openxmlformats.org/drawingml/2006/main">
            <a:srgbClr val="F3A65A"/>
          </a:solidFill>
          <a:ln xmlns:a="http://schemas.openxmlformats.org/drawingml/2006/main" w="0">
            <a:solidFill>
              <a:srgbClr val="F3A65A"/>
            </a:solidFill>
            <a:prstDash val="solid"/>
          </a:ln>
        </p:spPr>
      </p:sp>
      <p:sp>
        <p:nvSpPr>
          <p:cNvPr id="20" name="">
            <a:extLst xmlns:a="http://schemas.openxmlformats.org/drawingml/2006/main">
              <a:ext uri="{FF2B5EF4-FFF2-40B4-BE49-F238E27FC236}">
                <a16:creationId xmlns:a16="http://schemas.microsoft.com/office/drawing/2014/main" id="{DAC08CC2-AB97-4730-AF22-0E2A2198044F}"/>
              </a:ext>
            </a:extLst>
          </p:cNvPr>
          <p:cNvSpPr>
            <a:spLocks xmlns:a="http://schemas.openxmlformats.org/drawingml/2006/main" noGrp="1"/>
          </p:cNvSpPr>
          <p:nvPr/>
        </p:nvSpPr>
        <p:spPr>
          <a:xfrm xmlns:a="http://schemas.openxmlformats.org/drawingml/2006/main">
            <a:off x="9391650" y="20383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35D0C5"/>
                </a:solidFill>
              </a:defRPr>
            </a:defPPr>
            <a:lvl1pPr algn="l">
              <a:defRPr sz="1800" b="1">
                <a:solidFill>
                  <a:srgbClr val="35D0C5"/>
                </a:solidFill>
              </a:defRPr>
            </a:lvl1pPr>
            <a:lvl2pPr algn="l">
              <a:defRPr sz="1800" b="1">
                <a:solidFill>
                  <a:srgbClr val="35D0C5"/>
                </a:solidFill>
              </a:defRPr>
            </a:lvl2pPr>
            <a:lvl3pPr algn="l">
              <a:defRPr sz="1800" b="1">
                <a:solidFill>
                  <a:srgbClr val="35D0C5"/>
                </a:solidFill>
              </a:defRPr>
            </a:lvl3pPr>
            <a:lvl4pPr algn="l">
              <a:defRPr sz="1800" b="1">
                <a:solidFill>
                  <a:srgbClr val="35D0C5"/>
                </a:solidFill>
              </a:defRPr>
            </a:lvl4pPr>
            <a:lvl5pPr algn="l">
              <a:defRPr sz="1800" b="1">
                <a:solidFill>
                  <a:srgbClr val="35D0C5"/>
                </a:solidFill>
              </a:defRPr>
            </a:lvl5pPr>
            <a:lvl6pPr algn="l">
              <a:defRPr sz="1800" b="1">
                <a:solidFill>
                  <a:srgbClr val="35D0C5"/>
                </a:solidFill>
              </a:defRPr>
            </a:lvl6pPr>
            <a:lvl7pPr algn="l">
              <a:defRPr sz="1800" b="1">
                <a:solidFill>
                  <a:srgbClr val="35D0C5"/>
                </a:solidFill>
              </a:defRPr>
            </a:lvl7pPr>
            <a:lvl8pPr algn="l">
              <a:defRPr sz="1800" b="1">
                <a:solidFill>
                  <a:srgbClr val="35D0C5"/>
                </a:solidFill>
              </a:defRPr>
            </a:lvl8pPr>
            <a:lvl9pPr algn="l">
              <a:defRPr sz="1800" b="1">
                <a:solidFill>
                  <a:srgbClr val="35D0C5"/>
                </a:solidFill>
              </a:defRPr>
            </a:lvl9pPr>
          </a:lstStyle>
          <a:p xmlns:a="http://schemas.openxmlformats.org/drawingml/2006/main">
            <a:pPr algn="l">
              <a:defRPr sz="1800" b="1">
                <a:solidFill>
                  <a:srgbClr val="35D0C5"/>
                </a:solidFill>
              </a:defRPr>
            </a:pPr>
            <a:r>
              <a:rPr sz="1800" b="1">
                <a:solidFill>
                  <a:srgbClr val="35D0C5"/>
                </a:solidFill>
              </a:rPr>
              <a:t>05</a:t>
            </a:r>
          </a:p>
        </p:txBody>
      </p:sp>
      <p:sp>
        <p:nvSpPr>
          <p:cNvPr id="21" name="">
            <a:extLst xmlns:a="http://schemas.openxmlformats.org/drawingml/2006/main">
              <a:ext uri="{FF2B5EF4-FFF2-40B4-BE49-F238E27FC236}">
                <a16:creationId xmlns:a16="http://schemas.microsoft.com/office/drawing/2014/main" id="{8DFF98AA-7238-40F3-B1BC-9DF1188735C3}"/>
              </a:ext>
            </a:extLst>
          </p:cNvPr>
          <p:cNvSpPr>
            <a:spLocks xmlns:a="http://schemas.openxmlformats.org/drawingml/2006/main" noGrp="1"/>
          </p:cNvSpPr>
          <p:nvPr/>
        </p:nvSpPr>
        <p:spPr>
          <a:xfrm xmlns:a="http://schemas.openxmlformats.org/drawingml/2006/main">
            <a:off x="9391650" y="257175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4F7F8"/>
                </a:solidFill>
              </a:defRPr>
            </a:defPPr>
            <a:lvl1pPr algn="l">
              <a:defRPr sz="1875" b="1">
                <a:solidFill>
                  <a:srgbClr val="F4F7F8"/>
                </a:solidFill>
              </a:defRPr>
            </a:lvl1pPr>
            <a:lvl2pPr algn="l">
              <a:defRPr sz="1875" b="1">
                <a:solidFill>
                  <a:srgbClr val="F4F7F8"/>
                </a:solidFill>
              </a:defRPr>
            </a:lvl2pPr>
            <a:lvl3pPr algn="l">
              <a:defRPr sz="1875" b="1">
                <a:solidFill>
                  <a:srgbClr val="F4F7F8"/>
                </a:solidFill>
              </a:defRPr>
            </a:lvl3pPr>
            <a:lvl4pPr algn="l">
              <a:defRPr sz="1875" b="1">
                <a:solidFill>
                  <a:srgbClr val="F4F7F8"/>
                </a:solidFill>
              </a:defRPr>
            </a:lvl4pPr>
            <a:lvl5pPr algn="l">
              <a:defRPr sz="1875" b="1">
                <a:solidFill>
                  <a:srgbClr val="F4F7F8"/>
                </a:solidFill>
              </a:defRPr>
            </a:lvl5pPr>
            <a:lvl6pPr algn="l">
              <a:defRPr sz="1875" b="1">
                <a:solidFill>
                  <a:srgbClr val="F4F7F8"/>
                </a:solidFill>
              </a:defRPr>
            </a:lvl6pPr>
            <a:lvl7pPr algn="l">
              <a:defRPr sz="1875" b="1">
                <a:solidFill>
                  <a:srgbClr val="F4F7F8"/>
                </a:solidFill>
              </a:defRPr>
            </a:lvl7pPr>
            <a:lvl8pPr algn="l">
              <a:defRPr sz="1875" b="1">
                <a:solidFill>
                  <a:srgbClr val="F4F7F8"/>
                </a:solidFill>
              </a:defRPr>
            </a:lvl8pPr>
            <a:lvl9pPr algn="l">
              <a:defRPr sz="1875" b="1">
                <a:solidFill>
                  <a:srgbClr val="F4F7F8"/>
                </a:solidFill>
              </a:defRPr>
            </a:lvl9pPr>
          </a:lstStyle>
          <a:p xmlns:a="http://schemas.openxmlformats.org/drawingml/2006/main">
            <a:pPr algn="l">
              <a:defRPr sz="1875" b="1">
                <a:solidFill>
                  <a:srgbClr val="F4F7F8"/>
                </a:solidFill>
              </a:defRPr>
            </a:pPr>
            <a:r>
              <a:rPr sz="1875" b="1">
                <a:solidFill>
                  <a:srgbClr val="F4F7F8"/>
                </a:solidFill>
              </a:rPr>
              <a:t>Merge</a:t>
            </a:r>
          </a:p>
        </p:txBody>
      </p:sp>
      <p:sp>
        <p:nvSpPr>
          <p:cNvPr id="22" name="">
            <a:extLst xmlns:a="http://schemas.openxmlformats.org/drawingml/2006/main">
              <a:ext uri="{FF2B5EF4-FFF2-40B4-BE49-F238E27FC236}">
                <a16:creationId xmlns:a16="http://schemas.microsoft.com/office/drawing/2014/main" id="{4F42F9FA-AA19-48FD-B9B0-E215A9BD99EA}"/>
              </a:ext>
            </a:extLst>
          </p:cNvPr>
          <p:cNvSpPr>
            <a:spLocks xmlns:a="http://schemas.openxmlformats.org/drawingml/2006/main" noGrp="1"/>
          </p:cNvSpPr>
          <p:nvPr/>
        </p:nvSpPr>
        <p:spPr>
          <a:xfrm xmlns:a="http://schemas.openxmlformats.org/drawingml/2006/main">
            <a:off x="9391650" y="31432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BDD4D8"/>
                </a:solidFill>
              </a:defRPr>
            </a:defPPr>
            <a:lvl1pPr algn="l">
              <a:defRPr sz="1425" b="0">
                <a:solidFill>
                  <a:srgbClr val="BDD4D8"/>
                </a:solidFill>
              </a:defRPr>
            </a:lvl1pPr>
            <a:lvl2pPr algn="l">
              <a:defRPr sz="1425" b="0">
                <a:solidFill>
                  <a:srgbClr val="BDD4D8"/>
                </a:solidFill>
              </a:defRPr>
            </a:lvl2pPr>
            <a:lvl3pPr algn="l">
              <a:defRPr sz="1425" b="0">
                <a:solidFill>
                  <a:srgbClr val="BDD4D8"/>
                </a:solidFill>
              </a:defRPr>
            </a:lvl3pPr>
            <a:lvl4pPr algn="l">
              <a:defRPr sz="1425" b="0">
                <a:solidFill>
                  <a:srgbClr val="BDD4D8"/>
                </a:solidFill>
              </a:defRPr>
            </a:lvl4pPr>
            <a:lvl5pPr algn="l">
              <a:defRPr sz="1425" b="0">
                <a:solidFill>
                  <a:srgbClr val="BDD4D8"/>
                </a:solidFill>
              </a:defRPr>
            </a:lvl5pPr>
            <a:lvl6pPr algn="l">
              <a:defRPr sz="1425" b="0">
                <a:solidFill>
                  <a:srgbClr val="BDD4D8"/>
                </a:solidFill>
              </a:defRPr>
            </a:lvl6pPr>
            <a:lvl7pPr algn="l">
              <a:defRPr sz="1425" b="0">
                <a:solidFill>
                  <a:srgbClr val="BDD4D8"/>
                </a:solidFill>
              </a:defRPr>
            </a:lvl7pPr>
            <a:lvl8pPr algn="l">
              <a:defRPr sz="1425" b="0">
                <a:solidFill>
                  <a:srgbClr val="BDD4D8"/>
                </a:solidFill>
              </a:defRPr>
            </a:lvl8pPr>
            <a:lvl9pPr algn="l">
              <a:defRPr sz="1425" b="0">
                <a:solidFill>
                  <a:srgbClr val="BDD4D8"/>
                </a:solidFill>
              </a:defRPr>
            </a:lvl9pPr>
          </a:lstStyle>
          <a:p xmlns:a="http://schemas.openxmlformats.org/drawingml/2006/main">
            <a:pPr algn="l">
              <a:defRPr sz="1425" b="0">
                <a:solidFill>
                  <a:srgbClr val="BDD4D8"/>
                </a:solidFill>
              </a:defRPr>
            </a:pPr>
            <a:r>
              <a:rPr sz="1425" b="0">
                <a:solidFill>
                  <a:srgbClr val="BDD4D8"/>
                </a:solidFill>
              </a:rPr>
              <a:t>Integrar con CI verde</a:t>
            </a:r>
          </a:p>
        </p:txBody>
      </p:sp>
      <p:sp>
        <p:nvSpPr>
          <p:cNvPr id="23" name="">
            <a:extLst xmlns:a="http://schemas.openxmlformats.org/drawingml/2006/main">
              <a:ext uri="{FF2B5EF4-FFF2-40B4-BE49-F238E27FC236}">
                <a16:creationId xmlns:a16="http://schemas.microsoft.com/office/drawing/2014/main" id="{9FA47280-B638-49F7-AF83-6E0178989238}"/>
              </a:ext>
            </a:extLst>
          </p:cNvPr>
          <p:cNvSpPr>
            <a:spLocks xmlns:a="http://schemas.openxmlformats.org/drawingml/2006/main" noGrp="1"/>
          </p:cNvSpPr>
          <p:nvPr/>
        </p:nvSpPr>
        <p:spPr>
          <a:xfrm xmlns:a="http://schemas.openxmlformats.org/drawingml/2006/main">
            <a:off x="781050" y="489585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F3A65A"/>
                </a:solidFill>
              </a:defRPr>
            </a:defPPr>
            <a:lvl1pPr algn="l">
              <a:defRPr sz="1725" b="1">
                <a:solidFill>
                  <a:srgbClr val="F3A65A"/>
                </a:solidFill>
              </a:defRPr>
            </a:lvl1pPr>
            <a:lvl2pPr algn="l">
              <a:defRPr sz="1725" b="1">
                <a:solidFill>
                  <a:srgbClr val="F3A65A"/>
                </a:solidFill>
              </a:defRPr>
            </a:lvl2pPr>
            <a:lvl3pPr algn="l">
              <a:defRPr sz="1725" b="1">
                <a:solidFill>
                  <a:srgbClr val="F3A65A"/>
                </a:solidFill>
              </a:defRPr>
            </a:lvl3pPr>
            <a:lvl4pPr algn="l">
              <a:defRPr sz="1725" b="1">
                <a:solidFill>
                  <a:srgbClr val="F3A65A"/>
                </a:solidFill>
              </a:defRPr>
            </a:lvl4pPr>
            <a:lvl5pPr algn="l">
              <a:defRPr sz="1725" b="1">
                <a:solidFill>
                  <a:srgbClr val="F3A65A"/>
                </a:solidFill>
              </a:defRPr>
            </a:lvl5pPr>
            <a:lvl6pPr algn="l">
              <a:defRPr sz="1725" b="1">
                <a:solidFill>
                  <a:srgbClr val="F3A65A"/>
                </a:solidFill>
              </a:defRPr>
            </a:lvl6pPr>
            <a:lvl7pPr algn="l">
              <a:defRPr sz="1725" b="1">
                <a:solidFill>
                  <a:srgbClr val="F3A65A"/>
                </a:solidFill>
              </a:defRPr>
            </a:lvl7pPr>
            <a:lvl8pPr algn="l">
              <a:defRPr sz="1725" b="1">
                <a:solidFill>
                  <a:srgbClr val="F3A65A"/>
                </a:solidFill>
              </a:defRPr>
            </a:lvl8pPr>
            <a:lvl9pPr algn="l">
              <a:defRPr sz="1725" b="1">
                <a:solidFill>
                  <a:srgbClr val="F3A65A"/>
                </a:solidFill>
              </a:defRPr>
            </a:lvl9pPr>
          </a:lstStyle>
          <a:p xmlns:a="http://schemas.openxmlformats.org/drawingml/2006/main">
            <a:pPr algn="l">
              <a:defRPr sz="1725" b="1">
                <a:solidFill>
                  <a:srgbClr val="F3A65A"/>
                </a:solidFill>
              </a:defRPr>
            </a:pPr>
            <a:r>
              <a:rPr sz="1725" b="1">
                <a:solidFill>
                  <a:srgbClr val="F3A65A"/>
                </a:solidFill>
              </a:rPr>
              <a:t>Evidencia ya mostrada: PR #1 fusionado. Próximo paso: adjuntar run actualizado de Actions y revisión del compañero.</a:t>
            </a:r>
          </a:p>
        </p:txBody>
      </p:sp>
    </p:spTree>
    <p:extLst>
      <p:ext uri="{BB962C8B-B14F-4D97-AF65-F5344CB8AC3E}">
        <p14:creationId xmlns:p14="http://schemas.microsoft.com/office/powerpoint/2010/main" val="1089362782"/>
      </p:ext>
    </p:extLst>
  </p:cSld>
</p:sld>
</file>

<file path=ppt/slides/slide5.xml><?xml version="1.0" encoding="utf-8"?>
<p:sld xmlns:p="http://schemas.openxmlformats.org/presentationml/2006/main">
  <p:cSld>
    <p:bg>
      <p:bgPr>
        <a:solidFill xmlns:a="http://schemas.openxmlformats.org/drawingml/2006/main">
          <a:srgbClr val="061B2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E9BF9A5-7E59-468F-9C9A-09C832BD18BC}"/>
              </a:ext>
            </a:extLst>
          </p:cNvPr>
          <p:cNvSpPr>
            <a:spLocks xmlns:a="http://schemas.openxmlformats.org/drawingml/2006/main" noGrp="1"/>
          </p:cNvSpPr>
          <p:nvPr/>
        </p:nvSpPr>
        <p:spPr>
          <a:xfrm xmlns:a="http://schemas.openxmlformats.org/drawingml/2006/main">
            <a:off x="723900" y="45720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4F7F8"/>
                </a:solidFill>
              </a:defRPr>
            </a:defPPr>
            <a:lvl1pPr algn="l">
              <a:defRPr sz="2550" b="1">
                <a:solidFill>
                  <a:srgbClr val="F4F7F8"/>
                </a:solidFill>
              </a:defRPr>
            </a:lvl1pPr>
            <a:lvl2pPr algn="l">
              <a:defRPr sz="2550" b="1">
                <a:solidFill>
                  <a:srgbClr val="F4F7F8"/>
                </a:solidFill>
              </a:defRPr>
            </a:lvl2pPr>
            <a:lvl3pPr algn="l">
              <a:defRPr sz="2550" b="1">
                <a:solidFill>
                  <a:srgbClr val="F4F7F8"/>
                </a:solidFill>
              </a:defRPr>
            </a:lvl3pPr>
            <a:lvl4pPr algn="l">
              <a:defRPr sz="2550" b="1">
                <a:solidFill>
                  <a:srgbClr val="F4F7F8"/>
                </a:solidFill>
              </a:defRPr>
            </a:lvl4pPr>
            <a:lvl5pPr algn="l">
              <a:defRPr sz="2550" b="1">
                <a:solidFill>
                  <a:srgbClr val="F4F7F8"/>
                </a:solidFill>
              </a:defRPr>
            </a:lvl5pPr>
            <a:lvl6pPr algn="l">
              <a:defRPr sz="2550" b="1">
                <a:solidFill>
                  <a:srgbClr val="F4F7F8"/>
                </a:solidFill>
              </a:defRPr>
            </a:lvl6pPr>
            <a:lvl7pPr algn="l">
              <a:defRPr sz="2550" b="1">
                <a:solidFill>
                  <a:srgbClr val="F4F7F8"/>
                </a:solidFill>
              </a:defRPr>
            </a:lvl7pPr>
            <a:lvl8pPr algn="l">
              <a:defRPr sz="2550" b="1">
                <a:solidFill>
                  <a:srgbClr val="F4F7F8"/>
                </a:solidFill>
              </a:defRPr>
            </a:lvl8pPr>
            <a:lvl9pPr algn="l">
              <a:defRPr sz="2550" b="1">
                <a:solidFill>
                  <a:srgbClr val="F4F7F8"/>
                </a:solidFill>
              </a:defRPr>
            </a:lvl9pPr>
          </a:lstStyle>
          <a:p xmlns:a="http://schemas.openxmlformats.org/drawingml/2006/main">
            <a:pPr algn="l">
              <a:defRPr sz="2550" b="1">
                <a:solidFill>
                  <a:srgbClr val="F4F7F8"/>
                </a:solidFill>
              </a:defRPr>
            </a:pPr>
            <a:r>
              <a:rPr sz="2550" b="1">
                <a:solidFill>
                  <a:srgbClr val="F4F7F8"/>
                </a:solidFill>
              </a:rPr>
              <a:t>SDD aplicado: lectura de calidad de agua</a:t>
            </a:r>
          </a:p>
        </p:txBody>
      </p:sp>
      <p:sp>
        <p:nvSpPr>
          <p:cNvPr id="2" name="">
            <a:extLst xmlns:a="http://schemas.openxmlformats.org/drawingml/2006/main">
              <a:ext uri="{FF2B5EF4-FFF2-40B4-BE49-F238E27FC236}">
                <a16:creationId xmlns:a16="http://schemas.microsoft.com/office/drawing/2014/main" id="{F02F49B7-D99F-400B-B118-DAA5B5792707}"/>
              </a:ext>
            </a:extLst>
          </p:cNvPr>
          <p:cNvSpPr>
            <a:spLocks xmlns:a="http://schemas.openxmlformats.org/drawingml/2006/main" noGrp="1"/>
          </p:cNvSpPr>
          <p:nvPr/>
        </p:nvSpPr>
        <p:spPr>
          <a:xfrm xmlns:a="http://schemas.openxmlformats.org/drawingml/2006/main">
            <a:off x="723900" y="1181100"/>
            <a:ext cx="7048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3" name="">
            <a:extLst xmlns:a="http://schemas.openxmlformats.org/drawingml/2006/main">
              <a:ext uri="{FF2B5EF4-FFF2-40B4-BE49-F238E27FC236}">
                <a16:creationId xmlns:a16="http://schemas.microsoft.com/office/drawing/2014/main" id="{21F2F2F0-42EE-4215-972F-5BBFADAF7631}"/>
              </a:ext>
            </a:extLst>
          </p:cNvPr>
          <p:cNvSpPr>
            <a:spLocks xmlns:a="http://schemas.openxmlformats.org/drawingml/2006/main" noGrp="1"/>
          </p:cNvSpPr>
          <p:nvPr/>
        </p:nvSpPr>
        <p:spPr>
          <a:xfrm xmlns:a="http://schemas.openxmlformats.org/drawingml/2006/main">
            <a:off x="723900" y="64293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78939C"/>
                </a:solidFill>
              </a:defRPr>
            </a:defPPr>
            <a:lvl1pPr algn="l">
              <a:defRPr sz="975" b="0">
                <a:solidFill>
                  <a:srgbClr val="78939C"/>
                </a:solidFill>
              </a:defRPr>
            </a:lvl1pPr>
            <a:lvl2pPr algn="l">
              <a:defRPr sz="975" b="0">
                <a:solidFill>
                  <a:srgbClr val="78939C"/>
                </a:solidFill>
              </a:defRPr>
            </a:lvl2pPr>
            <a:lvl3pPr algn="l">
              <a:defRPr sz="975" b="0">
                <a:solidFill>
                  <a:srgbClr val="78939C"/>
                </a:solidFill>
              </a:defRPr>
            </a:lvl3pPr>
            <a:lvl4pPr algn="l">
              <a:defRPr sz="975" b="0">
                <a:solidFill>
                  <a:srgbClr val="78939C"/>
                </a:solidFill>
              </a:defRPr>
            </a:lvl4pPr>
            <a:lvl5pPr algn="l">
              <a:defRPr sz="975" b="0">
                <a:solidFill>
                  <a:srgbClr val="78939C"/>
                </a:solidFill>
              </a:defRPr>
            </a:lvl5pPr>
            <a:lvl6pPr algn="l">
              <a:defRPr sz="975" b="0">
                <a:solidFill>
                  <a:srgbClr val="78939C"/>
                </a:solidFill>
              </a:defRPr>
            </a:lvl6pPr>
            <a:lvl7pPr algn="l">
              <a:defRPr sz="975" b="0">
                <a:solidFill>
                  <a:srgbClr val="78939C"/>
                </a:solidFill>
              </a:defRPr>
            </a:lvl7pPr>
            <a:lvl8pPr algn="l">
              <a:defRPr sz="975" b="0">
                <a:solidFill>
                  <a:srgbClr val="78939C"/>
                </a:solidFill>
              </a:defRPr>
            </a:lvl8pPr>
            <a:lvl9pPr algn="l">
              <a:defRPr sz="975" b="0">
                <a:solidFill>
                  <a:srgbClr val="78939C"/>
                </a:solidFill>
              </a:defRPr>
            </a:lvl9pPr>
          </a:lstStyle>
          <a:p xmlns:a="http://schemas.openxmlformats.org/drawingml/2006/main">
            <a:pPr algn="l">
              <a:defRPr sz="975" b="0">
                <a:solidFill>
                  <a:srgbClr val="78939C"/>
                </a:solidFill>
              </a:defRPr>
            </a:pPr>
            <a:r>
              <a:rPr sz="975" b="0">
                <a:solidFill>
                  <a:srgbClr val="78939C"/>
                </a:solidFill>
              </a:rPr>
              <a:t>ERP Camaronera  |  Proyecto Parcial I  |  05</a:t>
            </a:r>
          </a:p>
        </p:txBody>
      </p:sp>
      <p:sp>
        <p:nvSpPr>
          <p:cNvPr id="4" name="">
            <a:extLst xmlns:a="http://schemas.openxmlformats.org/drawingml/2006/main">
              <a:ext uri="{FF2B5EF4-FFF2-40B4-BE49-F238E27FC236}">
                <a16:creationId xmlns:a16="http://schemas.microsoft.com/office/drawing/2014/main" id="{84B133E0-ABB9-429F-863A-E5CE5372BDDF}"/>
              </a:ext>
            </a:extLst>
          </p:cNvPr>
          <p:cNvSpPr>
            <a:spLocks xmlns:a="http://schemas.openxmlformats.org/drawingml/2006/main" noGrp="1"/>
          </p:cNvSpPr>
          <p:nvPr/>
        </p:nvSpPr>
        <p:spPr>
          <a:xfrm xmlns:a="http://schemas.openxmlformats.org/drawingml/2006/main">
            <a:off x="781050" y="18097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35D0C5"/>
                </a:solidFill>
              </a:defRPr>
            </a:defPPr>
            <a:lvl1pPr algn="l">
              <a:defRPr sz="1725" b="1">
                <a:solidFill>
                  <a:srgbClr val="35D0C5"/>
                </a:solidFill>
              </a:defRPr>
            </a:lvl1pPr>
            <a:lvl2pPr algn="l">
              <a:defRPr sz="1725" b="1">
                <a:solidFill>
                  <a:srgbClr val="35D0C5"/>
                </a:solidFill>
              </a:defRPr>
            </a:lvl2pPr>
            <a:lvl3pPr algn="l">
              <a:defRPr sz="1725" b="1">
                <a:solidFill>
                  <a:srgbClr val="35D0C5"/>
                </a:solidFill>
              </a:defRPr>
            </a:lvl3pPr>
            <a:lvl4pPr algn="l">
              <a:defRPr sz="1725" b="1">
                <a:solidFill>
                  <a:srgbClr val="35D0C5"/>
                </a:solidFill>
              </a:defRPr>
            </a:lvl4pPr>
            <a:lvl5pPr algn="l">
              <a:defRPr sz="1725" b="1">
                <a:solidFill>
                  <a:srgbClr val="35D0C5"/>
                </a:solidFill>
              </a:defRPr>
            </a:lvl5pPr>
            <a:lvl6pPr algn="l">
              <a:defRPr sz="1725" b="1">
                <a:solidFill>
                  <a:srgbClr val="35D0C5"/>
                </a:solidFill>
              </a:defRPr>
            </a:lvl6pPr>
            <a:lvl7pPr algn="l">
              <a:defRPr sz="1725" b="1">
                <a:solidFill>
                  <a:srgbClr val="35D0C5"/>
                </a:solidFill>
              </a:defRPr>
            </a:lvl7pPr>
            <a:lvl8pPr algn="l">
              <a:defRPr sz="1725" b="1">
                <a:solidFill>
                  <a:srgbClr val="35D0C5"/>
                </a:solidFill>
              </a:defRPr>
            </a:lvl8pPr>
            <a:lvl9pPr algn="l">
              <a:defRPr sz="1725" b="1">
                <a:solidFill>
                  <a:srgbClr val="35D0C5"/>
                </a:solidFill>
              </a:defRPr>
            </a:lvl9pPr>
          </a:lstStyle>
          <a:p xmlns:a="http://schemas.openxmlformats.org/drawingml/2006/main">
            <a:pPr algn="l">
              <a:defRPr sz="1725" b="1">
                <a:solidFill>
                  <a:srgbClr val="35D0C5"/>
                </a:solidFill>
              </a:defRPr>
            </a:pPr>
            <a:r>
              <a:rPr sz="1725" b="1">
                <a:solidFill>
                  <a:srgbClr val="35D0C5"/>
                </a:solidFill>
              </a:rPr>
              <a:t>Especificar</a:t>
            </a:r>
          </a:p>
        </p:txBody>
      </p:sp>
      <p:sp>
        <p:nvSpPr>
          <p:cNvPr id="5" name="">
            <a:extLst xmlns:a="http://schemas.openxmlformats.org/drawingml/2006/main">
              <a:ext uri="{FF2B5EF4-FFF2-40B4-BE49-F238E27FC236}">
                <a16:creationId xmlns:a16="http://schemas.microsoft.com/office/drawing/2014/main" id="{618C4BC1-AC6A-4756-A5E2-23030FB2CC41}"/>
              </a:ext>
            </a:extLst>
          </p:cNvPr>
          <p:cNvSpPr>
            <a:spLocks xmlns:a="http://schemas.openxmlformats.org/drawingml/2006/main" noGrp="1"/>
          </p:cNvSpPr>
          <p:nvPr/>
        </p:nvSpPr>
        <p:spPr>
          <a:xfrm xmlns:a="http://schemas.openxmlformats.org/drawingml/2006/main">
            <a:off x="781050" y="2476500"/>
            <a:ext cx="23812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4F7F8"/>
                </a:solidFill>
              </a:defRPr>
            </a:defPPr>
            <a:lvl1pPr algn="l">
              <a:defRPr sz="1575" b="0">
                <a:solidFill>
                  <a:srgbClr val="F4F7F8"/>
                </a:solidFill>
              </a:defRPr>
            </a:lvl1pPr>
            <a:lvl2pPr algn="l">
              <a:defRPr sz="1575" b="0">
                <a:solidFill>
                  <a:srgbClr val="F4F7F8"/>
                </a:solidFill>
              </a:defRPr>
            </a:lvl2pPr>
            <a:lvl3pPr algn="l">
              <a:defRPr sz="1575" b="0">
                <a:solidFill>
                  <a:srgbClr val="F4F7F8"/>
                </a:solidFill>
              </a:defRPr>
            </a:lvl3pPr>
            <a:lvl4pPr algn="l">
              <a:defRPr sz="1575" b="0">
                <a:solidFill>
                  <a:srgbClr val="F4F7F8"/>
                </a:solidFill>
              </a:defRPr>
            </a:lvl4pPr>
            <a:lvl5pPr algn="l">
              <a:defRPr sz="1575" b="0">
                <a:solidFill>
                  <a:srgbClr val="F4F7F8"/>
                </a:solidFill>
              </a:defRPr>
            </a:lvl5pPr>
            <a:lvl6pPr algn="l">
              <a:defRPr sz="1575" b="0">
                <a:solidFill>
                  <a:srgbClr val="F4F7F8"/>
                </a:solidFill>
              </a:defRPr>
            </a:lvl6pPr>
            <a:lvl7pPr algn="l">
              <a:defRPr sz="1575" b="0">
                <a:solidFill>
                  <a:srgbClr val="F4F7F8"/>
                </a:solidFill>
              </a:defRPr>
            </a:lvl7pPr>
            <a:lvl8pPr algn="l">
              <a:defRPr sz="1575" b="0">
                <a:solidFill>
                  <a:srgbClr val="F4F7F8"/>
                </a:solidFill>
              </a:defRPr>
            </a:lvl8pPr>
            <a:lvl9pPr algn="l">
              <a:defRPr sz="1575" b="0">
                <a:solidFill>
                  <a:srgbClr val="F4F7F8"/>
                </a:solidFill>
              </a:defRPr>
            </a:lvl9pPr>
          </a:lstStyle>
          <a:p xmlns:a="http://schemas.openxmlformats.org/drawingml/2006/main">
            <a:pPr algn="l">
              <a:defRPr sz="1575" b="0">
                <a:solidFill>
                  <a:srgbClr val="F4F7F8"/>
                </a:solidFill>
              </a:defRPr>
            </a:pPr>
            <a:r>
              <a:rPr sz="1575" b="0">
                <a:solidFill>
                  <a:srgbClr val="F4F7F8"/>
                </a:solidFill>
              </a:rPr>
              <a:t>Como técnico, registro oxígeno, salinidad, pH, temperatura y amonio.</a:t>
            </a:r>
          </a:p>
        </p:txBody>
      </p:sp>
      <p:sp>
        <p:nvSpPr>
          <p:cNvPr id="6" name="">
            <a:extLst xmlns:a="http://schemas.openxmlformats.org/drawingml/2006/main">
              <a:ext uri="{FF2B5EF4-FFF2-40B4-BE49-F238E27FC236}">
                <a16:creationId xmlns:a16="http://schemas.microsoft.com/office/drawing/2014/main" id="{4A0D82FE-87E9-4890-8F1D-BA121DB6005E}"/>
              </a:ext>
            </a:extLst>
          </p:cNvPr>
          <p:cNvSpPr>
            <a:spLocks xmlns:a="http://schemas.openxmlformats.org/drawingml/2006/main" noGrp="1"/>
          </p:cNvSpPr>
          <p:nvPr/>
        </p:nvSpPr>
        <p:spPr>
          <a:xfrm xmlns:a="http://schemas.openxmlformats.org/drawingml/2006/main">
            <a:off x="3505200" y="18097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35D0C5"/>
                </a:solidFill>
              </a:defRPr>
            </a:defPPr>
            <a:lvl1pPr algn="l">
              <a:defRPr sz="1725" b="1">
                <a:solidFill>
                  <a:srgbClr val="35D0C5"/>
                </a:solidFill>
              </a:defRPr>
            </a:lvl1pPr>
            <a:lvl2pPr algn="l">
              <a:defRPr sz="1725" b="1">
                <a:solidFill>
                  <a:srgbClr val="35D0C5"/>
                </a:solidFill>
              </a:defRPr>
            </a:lvl2pPr>
            <a:lvl3pPr algn="l">
              <a:defRPr sz="1725" b="1">
                <a:solidFill>
                  <a:srgbClr val="35D0C5"/>
                </a:solidFill>
              </a:defRPr>
            </a:lvl3pPr>
            <a:lvl4pPr algn="l">
              <a:defRPr sz="1725" b="1">
                <a:solidFill>
                  <a:srgbClr val="35D0C5"/>
                </a:solidFill>
              </a:defRPr>
            </a:lvl4pPr>
            <a:lvl5pPr algn="l">
              <a:defRPr sz="1725" b="1">
                <a:solidFill>
                  <a:srgbClr val="35D0C5"/>
                </a:solidFill>
              </a:defRPr>
            </a:lvl5pPr>
            <a:lvl6pPr algn="l">
              <a:defRPr sz="1725" b="1">
                <a:solidFill>
                  <a:srgbClr val="35D0C5"/>
                </a:solidFill>
              </a:defRPr>
            </a:lvl6pPr>
            <a:lvl7pPr algn="l">
              <a:defRPr sz="1725" b="1">
                <a:solidFill>
                  <a:srgbClr val="35D0C5"/>
                </a:solidFill>
              </a:defRPr>
            </a:lvl7pPr>
            <a:lvl8pPr algn="l">
              <a:defRPr sz="1725" b="1">
                <a:solidFill>
                  <a:srgbClr val="35D0C5"/>
                </a:solidFill>
              </a:defRPr>
            </a:lvl8pPr>
            <a:lvl9pPr algn="l">
              <a:defRPr sz="1725" b="1">
                <a:solidFill>
                  <a:srgbClr val="35D0C5"/>
                </a:solidFill>
              </a:defRPr>
            </a:lvl9pPr>
          </a:lstStyle>
          <a:p xmlns:a="http://schemas.openxmlformats.org/drawingml/2006/main">
            <a:pPr algn="l">
              <a:defRPr sz="1725" b="1">
                <a:solidFill>
                  <a:srgbClr val="35D0C5"/>
                </a:solidFill>
              </a:defRPr>
            </a:pPr>
            <a:r>
              <a:rPr sz="1725" b="1">
                <a:solidFill>
                  <a:srgbClr val="35D0C5"/>
                </a:solidFill>
              </a:rPr>
              <a:t>Planificar</a:t>
            </a:r>
          </a:p>
        </p:txBody>
      </p:sp>
      <p:sp>
        <p:nvSpPr>
          <p:cNvPr id="7" name="">
            <a:extLst xmlns:a="http://schemas.openxmlformats.org/drawingml/2006/main">
              <a:ext uri="{FF2B5EF4-FFF2-40B4-BE49-F238E27FC236}">
                <a16:creationId xmlns:a16="http://schemas.microsoft.com/office/drawing/2014/main" id="{88818EA5-FC60-4455-99CE-F20DD8689147}"/>
              </a:ext>
            </a:extLst>
          </p:cNvPr>
          <p:cNvSpPr>
            <a:spLocks xmlns:a="http://schemas.openxmlformats.org/drawingml/2006/main" noGrp="1"/>
          </p:cNvSpPr>
          <p:nvPr/>
        </p:nvSpPr>
        <p:spPr>
          <a:xfrm xmlns:a="http://schemas.openxmlformats.org/drawingml/2006/main">
            <a:off x="3505200" y="2476500"/>
            <a:ext cx="23812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4F7F8"/>
                </a:solidFill>
              </a:defRPr>
            </a:defPPr>
            <a:lvl1pPr algn="l">
              <a:defRPr sz="1575" b="0">
                <a:solidFill>
                  <a:srgbClr val="F4F7F8"/>
                </a:solidFill>
              </a:defRPr>
            </a:lvl1pPr>
            <a:lvl2pPr algn="l">
              <a:defRPr sz="1575" b="0">
                <a:solidFill>
                  <a:srgbClr val="F4F7F8"/>
                </a:solidFill>
              </a:defRPr>
            </a:lvl2pPr>
            <a:lvl3pPr algn="l">
              <a:defRPr sz="1575" b="0">
                <a:solidFill>
                  <a:srgbClr val="F4F7F8"/>
                </a:solidFill>
              </a:defRPr>
            </a:lvl3pPr>
            <a:lvl4pPr algn="l">
              <a:defRPr sz="1575" b="0">
                <a:solidFill>
                  <a:srgbClr val="F4F7F8"/>
                </a:solidFill>
              </a:defRPr>
            </a:lvl4pPr>
            <a:lvl5pPr algn="l">
              <a:defRPr sz="1575" b="0">
                <a:solidFill>
                  <a:srgbClr val="F4F7F8"/>
                </a:solidFill>
              </a:defRPr>
            </a:lvl5pPr>
            <a:lvl6pPr algn="l">
              <a:defRPr sz="1575" b="0">
                <a:solidFill>
                  <a:srgbClr val="F4F7F8"/>
                </a:solidFill>
              </a:defRPr>
            </a:lvl6pPr>
            <a:lvl7pPr algn="l">
              <a:defRPr sz="1575" b="0">
                <a:solidFill>
                  <a:srgbClr val="F4F7F8"/>
                </a:solidFill>
              </a:defRPr>
            </a:lvl7pPr>
            <a:lvl8pPr algn="l">
              <a:defRPr sz="1575" b="0">
                <a:solidFill>
                  <a:srgbClr val="F4F7F8"/>
                </a:solidFill>
              </a:defRPr>
            </a:lvl8pPr>
            <a:lvl9pPr algn="l">
              <a:defRPr sz="1575" b="0">
                <a:solidFill>
                  <a:srgbClr val="F4F7F8"/>
                </a:solidFill>
              </a:defRPr>
            </a:lvl9pPr>
          </a:lstStyle>
          <a:p xmlns:a="http://schemas.openxmlformats.org/drawingml/2006/main">
            <a:pPr algn="l">
              <a:defRPr sz="1575" b="0">
                <a:solidFill>
                  <a:srgbClr val="F4F7F8"/>
                </a:solidFill>
              </a:defRPr>
            </a:pPr>
            <a:r>
              <a:rPr sz="1575" b="0">
                <a:solidFill>
                  <a:srgbClr val="F4F7F8"/>
                </a:solidFill>
              </a:rPr>
              <a:t>DTO Zod, ruta protegida, persistencia y pruebas del contrato.</a:t>
            </a:r>
          </a:p>
        </p:txBody>
      </p:sp>
      <p:sp>
        <p:nvSpPr>
          <p:cNvPr id="8" name="">
            <a:extLst xmlns:a="http://schemas.openxmlformats.org/drawingml/2006/main">
              <a:ext uri="{FF2B5EF4-FFF2-40B4-BE49-F238E27FC236}">
                <a16:creationId xmlns:a16="http://schemas.microsoft.com/office/drawing/2014/main" id="{67A4F773-CE0D-4413-87B7-CAF26594FB8F}"/>
              </a:ext>
            </a:extLst>
          </p:cNvPr>
          <p:cNvSpPr>
            <a:spLocks xmlns:a="http://schemas.openxmlformats.org/drawingml/2006/main" noGrp="1"/>
          </p:cNvSpPr>
          <p:nvPr/>
        </p:nvSpPr>
        <p:spPr>
          <a:xfrm xmlns:a="http://schemas.openxmlformats.org/drawingml/2006/main">
            <a:off x="6229350" y="18097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35D0C5"/>
                </a:solidFill>
              </a:defRPr>
            </a:defPPr>
            <a:lvl1pPr algn="l">
              <a:defRPr sz="1725" b="1">
                <a:solidFill>
                  <a:srgbClr val="35D0C5"/>
                </a:solidFill>
              </a:defRPr>
            </a:lvl1pPr>
            <a:lvl2pPr algn="l">
              <a:defRPr sz="1725" b="1">
                <a:solidFill>
                  <a:srgbClr val="35D0C5"/>
                </a:solidFill>
              </a:defRPr>
            </a:lvl2pPr>
            <a:lvl3pPr algn="l">
              <a:defRPr sz="1725" b="1">
                <a:solidFill>
                  <a:srgbClr val="35D0C5"/>
                </a:solidFill>
              </a:defRPr>
            </a:lvl3pPr>
            <a:lvl4pPr algn="l">
              <a:defRPr sz="1725" b="1">
                <a:solidFill>
                  <a:srgbClr val="35D0C5"/>
                </a:solidFill>
              </a:defRPr>
            </a:lvl4pPr>
            <a:lvl5pPr algn="l">
              <a:defRPr sz="1725" b="1">
                <a:solidFill>
                  <a:srgbClr val="35D0C5"/>
                </a:solidFill>
              </a:defRPr>
            </a:lvl5pPr>
            <a:lvl6pPr algn="l">
              <a:defRPr sz="1725" b="1">
                <a:solidFill>
                  <a:srgbClr val="35D0C5"/>
                </a:solidFill>
              </a:defRPr>
            </a:lvl6pPr>
            <a:lvl7pPr algn="l">
              <a:defRPr sz="1725" b="1">
                <a:solidFill>
                  <a:srgbClr val="35D0C5"/>
                </a:solidFill>
              </a:defRPr>
            </a:lvl7pPr>
            <a:lvl8pPr algn="l">
              <a:defRPr sz="1725" b="1">
                <a:solidFill>
                  <a:srgbClr val="35D0C5"/>
                </a:solidFill>
              </a:defRPr>
            </a:lvl8pPr>
            <a:lvl9pPr algn="l">
              <a:defRPr sz="1725" b="1">
                <a:solidFill>
                  <a:srgbClr val="35D0C5"/>
                </a:solidFill>
              </a:defRPr>
            </a:lvl9pPr>
          </a:lstStyle>
          <a:p xmlns:a="http://schemas.openxmlformats.org/drawingml/2006/main">
            <a:pPr algn="l">
              <a:defRPr sz="1725" b="1">
                <a:solidFill>
                  <a:srgbClr val="35D0C5"/>
                </a:solidFill>
              </a:defRPr>
            </a:pPr>
            <a:r>
              <a:rPr sz="1725" b="1">
                <a:solidFill>
                  <a:srgbClr val="35D0C5"/>
                </a:solidFill>
              </a:rPr>
              <a:t>Tareas</a:t>
            </a:r>
          </a:p>
        </p:txBody>
      </p:sp>
      <p:sp>
        <p:nvSpPr>
          <p:cNvPr id="9" name="">
            <a:extLst xmlns:a="http://schemas.openxmlformats.org/drawingml/2006/main">
              <a:ext uri="{FF2B5EF4-FFF2-40B4-BE49-F238E27FC236}">
                <a16:creationId xmlns:a16="http://schemas.microsoft.com/office/drawing/2014/main" id="{AA1CF709-893D-4263-892A-DFBE9DF4D5F6}"/>
              </a:ext>
            </a:extLst>
          </p:cNvPr>
          <p:cNvSpPr>
            <a:spLocks xmlns:a="http://schemas.openxmlformats.org/drawingml/2006/main" noGrp="1"/>
          </p:cNvSpPr>
          <p:nvPr/>
        </p:nvSpPr>
        <p:spPr>
          <a:xfrm xmlns:a="http://schemas.openxmlformats.org/drawingml/2006/main">
            <a:off x="6229350" y="2476500"/>
            <a:ext cx="23812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4F7F8"/>
                </a:solidFill>
              </a:defRPr>
            </a:defPPr>
            <a:lvl1pPr algn="l">
              <a:defRPr sz="1575" b="0">
                <a:solidFill>
                  <a:srgbClr val="F4F7F8"/>
                </a:solidFill>
              </a:defRPr>
            </a:lvl1pPr>
            <a:lvl2pPr algn="l">
              <a:defRPr sz="1575" b="0">
                <a:solidFill>
                  <a:srgbClr val="F4F7F8"/>
                </a:solidFill>
              </a:defRPr>
            </a:lvl2pPr>
            <a:lvl3pPr algn="l">
              <a:defRPr sz="1575" b="0">
                <a:solidFill>
                  <a:srgbClr val="F4F7F8"/>
                </a:solidFill>
              </a:defRPr>
            </a:lvl3pPr>
            <a:lvl4pPr algn="l">
              <a:defRPr sz="1575" b="0">
                <a:solidFill>
                  <a:srgbClr val="F4F7F8"/>
                </a:solidFill>
              </a:defRPr>
            </a:lvl4pPr>
            <a:lvl5pPr algn="l">
              <a:defRPr sz="1575" b="0">
                <a:solidFill>
                  <a:srgbClr val="F4F7F8"/>
                </a:solidFill>
              </a:defRPr>
            </a:lvl5pPr>
            <a:lvl6pPr algn="l">
              <a:defRPr sz="1575" b="0">
                <a:solidFill>
                  <a:srgbClr val="F4F7F8"/>
                </a:solidFill>
              </a:defRPr>
            </a:lvl6pPr>
            <a:lvl7pPr algn="l">
              <a:defRPr sz="1575" b="0">
                <a:solidFill>
                  <a:srgbClr val="F4F7F8"/>
                </a:solidFill>
              </a:defRPr>
            </a:lvl7pPr>
            <a:lvl8pPr algn="l">
              <a:defRPr sz="1575" b="0">
                <a:solidFill>
                  <a:srgbClr val="F4F7F8"/>
                </a:solidFill>
              </a:defRPr>
            </a:lvl8pPr>
            <a:lvl9pPr algn="l">
              <a:defRPr sz="1575" b="0">
                <a:solidFill>
                  <a:srgbClr val="F4F7F8"/>
                </a:solidFill>
              </a:defRPr>
            </a:lvl9pPr>
          </a:lstStyle>
          <a:p xmlns:a="http://schemas.openxmlformats.org/drawingml/2006/main">
            <a:pPr algn="l">
              <a:defRPr sz="1575" b="0">
                <a:solidFill>
                  <a:srgbClr val="F4F7F8"/>
                </a:solidFill>
              </a:defRPr>
            </a:pPr>
            <a:r>
              <a:rPr sz="1575" b="0">
                <a:solidFill>
                  <a:srgbClr val="F4F7F8"/>
                </a:solidFill>
              </a:rPr>
              <a:t>Validar lectura, rechazar límites inválidos y documentar riesgos.</a:t>
            </a:r>
          </a:p>
        </p:txBody>
      </p:sp>
      <p:sp>
        <p:nvSpPr>
          <p:cNvPr id="10" name="">
            <a:extLst xmlns:a="http://schemas.openxmlformats.org/drawingml/2006/main">
              <a:ext uri="{FF2B5EF4-FFF2-40B4-BE49-F238E27FC236}">
                <a16:creationId xmlns:a16="http://schemas.microsoft.com/office/drawing/2014/main" id="{69AD49BF-B4EE-4BCF-B90A-202A9D79F3BF}"/>
              </a:ext>
            </a:extLst>
          </p:cNvPr>
          <p:cNvSpPr>
            <a:spLocks xmlns:a="http://schemas.openxmlformats.org/drawingml/2006/main" noGrp="1"/>
          </p:cNvSpPr>
          <p:nvPr/>
        </p:nvSpPr>
        <p:spPr>
          <a:xfrm xmlns:a="http://schemas.openxmlformats.org/drawingml/2006/main">
            <a:off x="8953500" y="18097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35D0C5"/>
                </a:solidFill>
              </a:defRPr>
            </a:defPPr>
            <a:lvl1pPr algn="l">
              <a:defRPr sz="1725" b="1">
                <a:solidFill>
                  <a:srgbClr val="35D0C5"/>
                </a:solidFill>
              </a:defRPr>
            </a:lvl1pPr>
            <a:lvl2pPr algn="l">
              <a:defRPr sz="1725" b="1">
                <a:solidFill>
                  <a:srgbClr val="35D0C5"/>
                </a:solidFill>
              </a:defRPr>
            </a:lvl2pPr>
            <a:lvl3pPr algn="l">
              <a:defRPr sz="1725" b="1">
                <a:solidFill>
                  <a:srgbClr val="35D0C5"/>
                </a:solidFill>
              </a:defRPr>
            </a:lvl3pPr>
            <a:lvl4pPr algn="l">
              <a:defRPr sz="1725" b="1">
                <a:solidFill>
                  <a:srgbClr val="35D0C5"/>
                </a:solidFill>
              </a:defRPr>
            </a:lvl4pPr>
            <a:lvl5pPr algn="l">
              <a:defRPr sz="1725" b="1">
                <a:solidFill>
                  <a:srgbClr val="35D0C5"/>
                </a:solidFill>
              </a:defRPr>
            </a:lvl5pPr>
            <a:lvl6pPr algn="l">
              <a:defRPr sz="1725" b="1">
                <a:solidFill>
                  <a:srgbClr val="35D0C5"/>
                </a:solidFill>
              </a:defRPr>
            </a:lvl6pPr>
            <a:lvl7pPr algn="l">
              <a:defRPr sz="1725" b="1">
                <a:solidFill>
                  <a:srgbClr val="35D0C5"/>
                </a:solidFill>
              </a:defRPr>
            </a:lvl7pPr>
            <a:lvl8pPr algn="l">
              <a:defRPr sz="1725" b="1">
                <a:solidFill>
                  <a:srgbClr val="35D0C5"/>
                </a:solidFill>
              </a:defRPr>
            </a:lvl8pPr>
            <a:lvl9pPr algn="l">
              <a:defRPr sz="1725" b="1">
                <a:solidFill>
                  <a:srgbClr val="35D0C5"/>
                </a:solidFill>
              </a:defRPr>
            </a:lvl9pPr>
          </a:lstStyle>
          <a:p xmlns:a="http://schemas.openxmlformats.org/drawingml/2006/main">
            <a:pPr algn="l">
              <a:defRPr sz="1725" b="1">
                <a:solidFill>
                  <a:srgbClr val="35D0C5"/>
                </a:solidFill>
              </a:defRPr>
            </a:pPr>
            <a:r>
              <a:rPr sz="1725" b="1">
                <a:solidFill>
                  <a:srgbClr val="35D0C5"/>
                </a:solidFill>
              </a:rPr>
              <a:t>Implementar y converger</a:t>
            </a:r>
          </a:p>
        </p:txBody>
      </p:sp>
      <p:sp>
        <p:nvSpPr>
          <p:cNvPr id="11" name="">
            <a:extLst xmlns:a="http://schemas.openxmlformats.org/drawingml/2006/main">
              <a:ext uri="{FF2B5EF4-FFF2-40B4-BE49-F238E27FC236}">
                <a16:creationId xmlns:a16="http://schemas.microsoft.com/office/drawing/2014/main" id="{F5A4E2F2-7B3B-4C49-8071-C9A6602C8D5E}"/>
              </a:ext>
            </a:extLst>
          </p:cNvPr>
          <p:cNvSpPr>
            <a:spLocks xmlns:a="http://schemas.openxmlformats.org/drawingml/2006/main" noGrp="1"/>
          </p:cNvSpPr>
          <p:nvPr/>
        </p:nvSpPr>
        <p:spPr>
          <a:xfrm xmlns:a="http://schemas.openxmlformats.org/drawingml/2006/main">
            <a:off x="8953500" y="2476500"/>
            <a:ext cx="23812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4F7F8"/>
                </a:solidFill>
              </a:defRPr>
            </a:defPPr>
            <a:lvl1pPr algn="l">
              <a:defRPr sz="1575" b="0">
                <a:solidFill>
                  <a:srgbClr val="F4F7F8"/>
                </a:solidFill>
              </a:defRPr>
            </a:lvl1pPr>
            <a:lvl2pPr algn="l">
              <a:defRPr sz="1575" b="0">
                <a:solidFill>
                  <a:srgbClr val="F4F7F8"/>
                </a:solidFill>
              </a:defRPr>
            </a:lvl2pPr>
            <a:lvl3pPr algn="l">
              <a:defRPr sz="1575" b="0">
                <a:solidFill>
                  <a:srgbClr val="F4F7F8"/>
                </a:solidFill>
              </a:defRPr>
            </a:lvl3pPr>
            <a:lvl4pPr algn="l">
              <a:defRPr sz="1575" b="0">
                <a:solidFill>
                  <a:srgbClr val="F4F7F8"/>
                </a:solidFill>
              </a:defRPr>
            </a:lvl4pPr>
            <a:lvl5pPr algn="l">
              <a:defRPr sz="1575" b="0">
                <a:solidFill>
                  <a:srgbClr val="F4F7F8"/>
                </a:solidFill>
              </a:defRPr>
            </a:lvl5pPr>
            <a:lvl6pPr algn="l">
              <a:defRPr sz="1575" b="0">
                <a:solidFill>
                  <a:srgbClr val="F4F7F8"/>
                </a:solidFill>
              </a:defRPr>
            </a:lvl6pPr>
            <a:lvl7pPr algn="l">
              <a:defRPr sz="1575" b="0">
                <a:solidFill>
                  <a:srgbClr val="F4F7F8"/>
                </a:solidFill>
              </a:defRPr>
            </a:lvl7pPr>
            <a:lvl8pPr algn="l">
              <a:defRPr sz="1575" b="0">
                <a:solidFill>
                  <a:srgbClr val="F4F7F8"/>
                </a:solidFill>
              </a:defRPr>
            </a:lvl8pPr>
            <a:lvl9pPr algn="l">
              <a:defRPr sz="1575" b="0">
                <a:solidFill>
                  <a:srgbClr val="F4F7F8"/>
                </a:solidFill>
              </a:defRPr>
            </a:lvl9pPr>
          </a:lstStyle>
          <a:p xmlns:a="http://schemas.openxmlformats.org/drawingml/2006/main">
            <a:pPr algn="l">
              <a:defRPr sz="1575" b="0">
                <a:solidFill>
                  <a:srgbClr val="F4F7F8"/>
                </a:solidFill>
              </a:defRPr>
            </a:pPr>
            <a:r>
              <a:rPr sz="1575" b="0">
                <a:solidFill>
                  <a:srgbClr val="F4F7F8"/>
                </a:solidFill>
              </a:rPr>
              <a:t>Comparar código y pruebas con criterios de aceptación.</a:t>
            </a:r>
          </a:p>
        </p:txBody>
      </p:sp>
      <p:sp>
        <p:nvSpPr>
          <p:cNvPr id="12" name="">
            <a:extLst xmlns:a="http://schemas.openxmlformats.org/drawingml/2006/main">
              <a:ext uri="{FF2B5EF4-FFF2-40B4-BE49-F238E27FC236}">
                <a16:creationId xmlns:a16="http://schemas.microsoft.com/office/drawing/2014/main" id="{2A38BE2A-92BE-4CC9-AA69-34563C975738}"/>
              </a:ext>
            </a:extLst>
          </p:cNvPr>
          <p:cNvSpPr>
            <a:spLocks xmlns:a="http://schemas.openxmlformats.org/drawingml/2006/main" noGrp="1"/>
          </p:cNvSpPr>
          <p:nvPr/>
        </p:nvSpPr>
        <p:spPr>
          <a:xfrm xmlns:a="http://schemas.openxmlformats.org/drawingml/2006/main">
            <a:off x="781050" y="52197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F3A65A"/>
                </a:solidFill>
              </a:defRPr>
            </a:defPPr>
            <a:lvl1pPr algn="l">
              <a:defRPr sz="1725" b="1">
                <a:solidFill>
                  <a:srgbClr val="F3A65A"/>
                </a:solidFill>
              </a:defRPr>
            </a:lvl1pPr>
            <a:lvl2pPr algn="l">
              <a:defRPr sz="1725" b="1">
                <a:solidFill>
                  <a:srgbClr val="F3A65A"/>
                </a:solidFill>
              </a:defRPr>
            </a:lvl2pPr>
            <a:lvl3pPr algn="l">
              <a:defRPr sz="1725" b="1">
                <a:solidFill>
                  <a:srgbClr val="F3A65A"/>
                </a:solidFill>
              </a:defRPr>
            </a:lvl3pPr>
            <a:lvl4pPr algn="l">
              <a:defRPr sz="1725" b="1">
                <a:solidFill>
                  <a:srgbClr val="F3A65A"/>
                </a:solidFill>
              </a:defRPr>
            </a:lvl4pPr>
            <a:lvl5pPr algn="l">
              <a:defRPr sz="1725" b="1">
                <a:solidFill>
                  <a:srgbClr val="F3A65A"/>
                </a:solidFill>
              </a:defRPr>
            </a:lvl5pPr>
            <a:lvl6pPr algn="l">
              <a:defRPr sz="1725" b="1">
                <a:solidFill>
                  <a:srgbClr val="F3A65A"/>
                </a:solidFill>
              </a:defRPr>
            </a:lvl6pPr>
            <a:lvl7pPr algn="l">
              <a:defRPr sz="1725" b="1">
                <a:solidFill>
                  <a:srgbClr val="F3A65A"/>
                </a:solidFill>
              </a:defRPr>
            </a:lvl7pPr>
            <a:lvl8pPr algn="l">
              <a:defRPr sz="1725" b="1">
                <a:solidFill>
                  <a:srgbClr val="F3A65A"/>
                </a:solidFill>
              </a:defRPr>
            </a:lvl8pPr>
            <a:lvl9pPr algn="l">
              <a:defRPr sz="1725" b="1">
                <a:solidFill>
                  <a:srgbClr val="F3A65A"/>
                </a:solidFill>
              </a:defRPr>
            </a:lvl9pPr>
          </a:lstStyle>
          <a:p xmlns:a="http://schemas.openxmlformats.org/drawingml/2006/main">
            <a:pPr algn="l">
              <a:defRPr sz="1725" b="1">
                <a:solidFill>
                  <a:srgbClr val="F3A65A"/>
                </a:solidFill>
              </a:defRPr>
            </a:pPr>
            <a:r>
              <a:rPr sz="1725" b="1">
                <a:solidFill>
                  <a:srgbClr val="F3A65A"/>
                </a:solidFill>
              </a:rPr>
              <a:t>En el repositorio: specs/001-registro-calidad-agua/</a:t>
            </a:r>
          </a:p>
        </p:txBody>
      </p:sp>
    </p:spTree>
    <p:extLst>
      <p:ext uri="{BB962C8B-B14F-4D97-AF65-F5344CB8AC3E}">
        <p14:creationId xmlns:p14="http://schemas.microsoft.com/office/powerpoint/2010/main" val="501916850"/>
      </p:ext>
    </p:extLst>
  </p:cSld>
</p:sld>
</file>

<file path=ppt/slides/slide6.xml><?xml version="1.0" encoding="utf-8"?>
<p:sld xmlns:p="http://schemas.openxmlformats.org/presentationml/2006/main">
  <p:cSld>
    <p:bg>
      <p:bgPr>
        <a:solidFill xmlns:a="http://schemas.openxmlformats.org/drawingml/2006/main">
          <a:srgbClr val="061B2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28EC81-6FF6-4B8F-8A4C-38CDDE08B38D}"/>
              </a:ext>
            </a:extLst>
          </p:cNvPr>
          <p:cNvSpPr>
            <a:spLocks xmlns:a="http://schemas.openxmlformats.org/drawingml/2006/main" noGrp="1"/>
          </p:cNvSpPr>
          <p:nvPr/>
        </p:nvSpPr>
        <p:spPr>
          <a:xfrm xmlns:a="http://schemas.openxmlformats.org/drawingml/2006/main">
            <a:off x="723900" y="45720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4F7F8"/>
                </a:solidFill>
              </a:defRPr>
            </a:defPPr>
            <a:lvl1pPr algn="l">
              <a:defRPr sz="2550" b="1">
                <a:solidFill>
                  <a:srgbClr val="F4F7F8"/>
                </a:solidFill>
              </a:defRPr>
            </a:lvl1pPr>
            <a:lvl2pPr algn="l">
              <a:defRPr sz="2550" b="1">
                <a:solidFill>
                  <a:srgbClr val="F4F7F8"/>
                </a:solidFill>
              </a:defRPr>
            </a:lvl2pPr>
            <a:lvl3pPr algn="l">
              <a:defRPr sz="2550" b="1">
                <a:solidFill>
                  <a:srgbClr val="F4F7F8"/>
                </a:solidFill>
              </a:defRPr>
            </a:lvl3pPr>
            <a:lvl4pPr algn="l">
              <a:defRPr sz="2550" b="1">
                <a:solidFill>
                  <a:srgbClr val="F4F7F8"/>
                </a:solidFill>
              </a:defRPr>
            </a:lvl4pPr>
            <a:lvl5pPr algn="l">
              <a:defRPr sz="2550" b="1">
                <a:solidFill>
                  <a:srgbClr val="F4F7F8"/>
                </a:solidFill>
              </a:defRPr>
            </a:lvl5pPr>
            <a:lvl6pPr algn="l">
              <a:defRPr sz="2550" b="1">
                <a:solidFill>
                  <a:srgbClr val="F4F7F8"/>
                </a:solidFill>
              </a:defRPr>
            </a:lvl6pPr>
            <a:lvl7pPr algn="l">
              <a:defRPr sz="2550" b="1">
                <a:solidFill>
                  <a:srgbClr val="F4F7F8"/>
                </a:solidFill>
              </a:defRPr>
            </a:lvl7pPr>
            <a:lvl8pPr algn="l">
              <a:defRPr sz="2550" b="1">
                <a:solidFill>
                  <a:srgbClr val="F4F7F8"/>
                </a:solidFill>
              </a:defRPr>
            </a:lvl8pPr>
            <a:lvl9pPr algn="l">
              <a:defRPr sz="2550" b="1">
                <a:solidFill>
                  <a:srgbClr val="F4F7F8"/>
                </a:solidFill>
              </a:defRPr>
            </a:lvl9pPr>
          </a:lstStyle>
          <a:p xmlns:a="http://schemas.openxmlformats.org/drawingml/2006/main">
            <a:pPr algn="l">
              <a:defRPr sz="2550" b="1">
                <a:solidFill>
                  <a:srgbClr val="F4F7F8"/>
                </a:solidFill>
              </a:defRPr>
            </a:pPr>
            <a:r>
              <a:rPr sz="2550" b="1">
                <a:solidFill>
                  <a:srgbClr val="F4F7F8"/>
                </a:solidFill>
              </a:rPr>
              <a:t>DevOps: de cada cambio a una comprobación</a:t>
            </a:r>
          </a:p>
        </p:txBody>
      </p:sp>
      <p:sp>
        <p:nvSpPr>
          <p:cNvPr id="2" name="">
            <a:extLst xmlns:a="http://schemas.openxmlformats.org/drawingml/2006/main">
              <a:ext uri="{FF2B5EF4-FFF2-40B4-BE49-F238E27FC236}">
                <a16:creationId xmlns:a16="http://schemas.microsoft.com/office/drawing/2014/main" id="{246A00D8-6014-4067-8B70-0070712888BC}"/>
              </a:ext>
            </a:extLst>
          </p:cNvPr>
          <p:cNvSpPr>
            <a:spLocks xmlns:a="http://schemas.openxmlformats.org/drawingml/2006/main" noGrp="1"/>
          </p:cNvSpPr>
          <p:nvPr/>
        </p:nvSpPr>
        <p:spPr>
          <a:xfrm xmlns:a="http://schemas.openxmlformats.org/drawingml/2006/main">
            <a:off x="723900" y="1181100"/>
            <a:ext cx="7048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3" name="">
            <a:extLst xmlns:a="http://schemas.openxmlformats.org/drawingml/2006/main">
              <a:ext uri="{FF2B5EF4-FFF2-40B4-BE49-F238E27FC236}">
                <a16:creationId xmlns:a16="http://schemas.microsoft.com/office/drawing/2014/main" id="{1F28C93E-8539-4EE9-B99F-04E5C82F1051}"/>
              </a:ext>
            </a:extLst>
          </p:cNvPr>
          <p:cNvSpPr>
            <a:spLocks xmlns:a="http://schemas.openxmlformats.org/drawingml/2006/main" noGrp="1"/>
          </p:cNvSpPr>
          <p:nvPr/>
        </p:nvSpPr>
        <p:spPr>
          <a:xfrm xmlns:a="http://schemas.openxmlformats.org/drawingml/2006/main">
            <a:off x="723900" y="64293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78939C"/>
                </a:solidFill>
              </a:defRPr>
            </a:defPPr>
            <a:lvl1pPr algn="l">
              <a:defRPr sz="975" b="0">
                <a:solidFill>
                  <a:srgbClr val="78939C"/>
                </a:solidFill>
              </a:defRPr>
            </a:lvl1pPr>
            <a:lvl2pPr algn="l">
              <a:defRPr sz="975" b="0">
                <a:solidFill>
                  <a:srgbClr val="78939C"/>
                </a:solidFill>
              </a:defRPr>
            </a:lvl2pPr>
            <a:lvl3pPr algn="l">
              <a:defRPr sz="975" b="0">
                <a:solidFill>
                  <a:srgbClr val="78939C"/>
                </a:solidFill>
              </a:defRPr>
            </a:lvl3pPr>
            <a:lvl4pPr algn="l">
              <a:defRPr sz="975" b="0">
                <a:solidFill>
                  <a:srgbClr val="78939C"/>
                </a:solidFill>
              </a:defRPr>
            </a:lvl4pPr>
            <a:lvl5pPr algn="l">
              <a:defRPr sz="975" b="0">
                <a:solidFill>
                  <a:srgbClr val="78939C"/>
                </a:solidFill>
              </a:defRPr>
            </a:lvl5pPr>
            <a:lvl6pPr algn="l">
              <a:defRPr sz="975" b="0">
                <a:solidFill>
                  <a:srgbClr val="78939C"/>
                </a:solidFill>
              </a:defRPr>
            </a:lvl6pPr>
            <a:lvl7pPr algn="l">
              <a:defRPr sz="975" b="0">
                <a:solidFill>
                  <a:srgbClr val="78939C"/>
                </a:solidFill>
              </a:defRPr>
            </a:lvl7pPr>
            <a:lvl8pPr algn="l">
              <a:defRPr sz="975" b="0">
                <a:solidFill>
                  <a:srgbClr val="78939C"/>
                </a:solidFill>
              </a:defRPr>
            </a:lvl8pPr>
            <a:lvl9pPr algn="l">
              <a:defRPr sz="975" b="0">
                <a:solidFill>
                  <a:srgbClr val="78939C"/>
                </a:solidFill>
              </a:defRPr>
            </a:lvl9pPr>
          </a:lstStyle>
          <a:p xmlns:a="http://schemas.openxmlformats.org/drawingml/2006/main">
            <a:pPr algn="l">
              <a:defRPr sz="975" b="0">
                <a:solidFill>
                  <a:srgbClr val="78939C"/>
                </a:solidFill>
              </a:defRPr>
            </a:pPr>
            <a:r>
              <a:rPr sz="975" b="0">
                <a:solidFill>
                  <a:srgbClr val="78939C"/>
                </a:solidFill>
              </a:rPr>
              <a:t>ERP Camaronera  |  Proyecto Parcial I  |  06</a:t>
            </a:r>
          </a:p>
        </p:txBody>
      </p:sp>
      <p:sp>
        <p:nvSpPr>
          <p:cNvPr id="4" name="">
            <a:extLst xmlns:a="http://schemas.openxmlformats.org/drawingml/2006/main">
              <a:ext uri="{FF2B5EF4-FFF2-40B4-BE49-F238E27FC236}">
                <a16:creationId xmlns:a16="http://schemas.microsoft.com/office/drawing/2014/main" id="{8EA784FB-2381-4E15-8F88-AFAE296C5C7E}"/>
              </a:ext>
            </a:extLst>
          </p:cNvPr>
          <p:cNvSpPr>
            <a:spLocks xmlns:a="http://schemas.openxmlformats.org/drawingml/2006/main" noGrp="1"/>
          </p:cNvSpPr>
          <p:nvPr/>
        </p:nvSpPr>
        <p:spPr>
          <a:xfrm xmlns:a="http://schemas.openxmlformats.org/drawingml/2006/main">
            <a:off x="781050" y="23336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4F7F8"/>
                </a:solidFill>
              </a:defRPr>
            </a:defPPr>
            <a:lvl1pPr algn="l">
              <a:defRPr sz="1875" b="1">
                <a:solidFill>
                  <a:srgbClr val="F4F7F8"/>
                </a:solidFill>
              </a:defRPr>
            </a:lvl1pPr>
            <a:lvl2pPr algn="l">
              <a:defRPr sz="1875" b="1">
                <a:solidFill>
                  <a:srgbClr val="F4F7F8"/>
                </a:solidFill>
              </a:defRPr>
            </a:lvl2pPr>
            <a:lvl3pPr algn="l">
              <a:defRPr sz="1875" b="1">
                <a:solidFill>
                  <a:srgbClr val="F4F7F8"/>
                </a:solidFill>
              </a:defRPr>
            </a:lvl3pPr>
            <a:lvl4pPr algn="l">
              <a:defRPr sz="1875" b="1">
                <a:solidFill>
                  <a:srgbClr val="F4F7F8"/>
                </a:solidFill>
              </a:defRPr>
            </a:lvl4pPr>
            <a:lvl5pPr algn="l">
              <a:defRPr sz="1875" b="1">
                <a:solidFill>
                  <a:srgbClr val="F4F7F8"/>
                </a:solidFill>
              </a:defRPr>
            </a:lvl5pPr>
            <a:lvl6pPr algn="l">
              <a:defRPr sz="1875" b="1">
                <a:solidFill>
                  <a:srgbClr val="F4F7F8"/>
                </a:solidFill>
              </a:defRPr>
            </a:lvl6pPr>
            <a:lvl7pPr algn="l">
              <a:defRPr sz="1875" b="1">
                <a:solidFill>
                  <a:srgbClr val="F4F7F8"/>
                </a:solidFill>
              </a:defRPr>
            </a:lvl7pPr>
            <a:lvl8pPr algn="l">
              <a:defRPr sz="1875" b="1">
                <a:solidFill>
                  <a:srgbClr val="F4F7F8"/>
                </a:solidFill>
              </a:defRPr>
            </a:lvl8pPr>
            <a:lvl9pPr algn="l">
              <a:defRPr sz="1875" b="1">
                <a:solidFill>
                  <a:srgbClr val="F4F7F8"/>
                </a:solidFill>
              </a:defRPr>
            </a:lvl9pPr>
          </a:lstStyle>
          <a:p xmlns:a="http://schemas.openxmlformats.org/drawingml/2006/main">
            <a:pPr algn="l">
              <a:defRPr sz="1875" b="1">
                <a:solidFill>
                  <a:srgbClr val="F4F7F8"/>
                </a:solidFill>
              </a:defRPr>
            </a:pPr>
            <a:r>
              <a:rPr sz="1875" b="1">
                <a:solidFill>
                  <a:srgbClr val="F4F7F8"/>
                </a:solidFill>
              </a:rPr>
              <a:t>Push / Pull Request</a:t>
            </a:r>
          </a:p>
        </p:txBody>
      </p:sp>
      <p:sp>
        <p:nvSpPr>
          <p:cNvPr id="5" name="">
            <a:extLst xmlns:a="http://schemas.openxmlformats.org/drawingml/2006/main">
              <a:ext uri="{FF2B5EF4-FFF2-40B4-BE49-F238E27FC236}">
                <a16:creationId xmlns:a16="http://schemas.microsoft.com/office/drawing/2014/main" id="{8B91C6A2-9AAA-4196-ABFE-EC093E685F6F}"/>
              </a:ext>
            </a:extLst>
          </p:cNvPr>
          <p:cNvSpPr>
            <a:spLocks xmlns:a="http://schemas.openxmlformats.org/drawingml/2006/main" noGrp="1"/>
          </p:cNvSpPr>
          <p:nvPr/>
        </p:nvSpPr>
        <p:spPr>
          <a:xfrm xmlns:a="http://schemas.openxmlformats.org/drawingml/2006/main">
            <a:off x="3286125" y="2562225"/>
            <a:ext cx="76200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6" name="">
            <a:extLst xmlns:a="http://schemas.openxmlformats.org/drawingml/2006/main">
              <a:ext uri="{FF2B5EF4-FFF2-40B4-BE49-F238E27FC236}">
                <a16:creationId xmlns:a16="http://schemas.microsoft.com/office/drawing/2014/main" id="{D4611A88-9396-44BA-9ABA-3FC08BAA171C}"/>
              </a:ext>
            </a:extLst>
          </p:cNvPr>
          <p:cNvSpPr>
            <a:spLocks xmlns:a="http://schemas.openxmlformats.org/drawingml/2006/main" noGrp="1"/>
          </p:cNvSpPr>
          <p:nvPr/>
        </p:nvSpPr>
        <p:spPr>
          <a:xfrm xmlns:a="http://schemas.openxmlformats.org/drawingml/2006/main">
            <a:off x="4286250" y="2076450"/>
            <a:ext cx="2524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F4F7F8"/>
                </a:solidFill>
              </a:defRPr>
            </a:defPPr>
            <a:lvl1pPr algn="l">
              <a:defRPr sz="1800" b="1">
                <a:solidFill>
                  <a:srgbClr val="F4F7F8"/>
                </a:solidFill>
              </a:defRPr>
            </a:lvl1pPr>
            <a:lvl2pPr algn="l">
              <a:defRPr sz="1800" b="1">
                <a:solidFill>
                  <a:srgbClr val="F4F7F8"/>
                </a:solidFill>
              </a:defRPr>
            </a:lvl2pPr>
            <a:lvl3pPr algn="l">
              <a:defRPr sz="1800" b="1">
                <a:solidFill>
                  <a:srgbClr val="F4F7F8"/>
                </a:solidFill>
              </a:defRPr>
            </a:lvl3pPr>
            <a:lvl4pPr algn="l">
              <a:defRPr sz="1800" b="1">
                <a:solidFill>
                  <a:srgbClr val="F4F7F8"/>
                </a:solidFill>
              </a:defRPr>
            </a:lvl4pPr>
            <a:lvl5pPr algn="l">
              <a:defRPr sz="1800" b="1">
                <a:solidFill>
                  <a:srgbClr val="F4F7F8"/>
                </a:solidFill>
              </a:defRPr>
            </a:lvl5pPr>
            <a:lvl6pPr algn="l">
              <a:defRPr sz="1800" b="1">
                <a:solidFill>
                  <a:srgbClr val="F4F7F8"/>
                </a:solidFill>
              </a:defRPr>
            </a:lvl6pPr>
            <a:lvl7pPr algn="l">
              <a:defRPr sz="1800" b="1">
                <a:solidFill>
                  <a:srgbClr val="F4F7F8"/>
                </a:solidFill>
              </a:defRPr>
            </a:lvl7pPr>
            <a:lvl8pPr algn="l">
              <a:defRPr sz="1800" b="1">
                <a:solidFill>
                  <a:srgbClr val="F4F7F8"/>
                </a:solidFill>
              </a:defRPr>
            </a:lvl8pPr>
            <a:lvl9pPr algn="l">
              <a:defRPr sz="1800" b="1">
                <a:solidFill>
                  <a:srgbClr val="F4F7F8"/>
                </a:solidFill>
              </a:defRPr>
            </a:lvl9pPr>
          </a:lstStyle>
          <a:p xmlns:a="http://schemas.openxmlformats.org/drawingml/2006/main">
            <a:pPr algn="l">
              <a:defRPr sz="1800" b="1">
                <a:solidFill>
                  <a:srgbClr val="F4F7F8"/>
                </a:solidFill>
              </a:defRPr>
            </a:pPr>
            <a:r>
              <a:rPr sz="1800" b="1">
                <a:solidFill>
                  <a:srgbClr val="F4F7F8"/>
                </a:solidFill>
              </a:rPr>
              <a:t>Frontend</a:t>
            </a:r>
          </a:p>
          <a:p xmlns:a="http://schemas.openxmlformats.org/drawingml/2006/main">
            <a:pPr algn="l">
              <a:defRPr sz="1800" b="1">
                <a:solidFill>
                  <a:srgbClr val="F4F7F8"/>
                </a:solidFill>
              </a:defRPr>
            </a:pPr>
            <a:r>
              <a:rPr sz="1800" b="1">
                <a:solidFill>
                  <a:srgbClr val="F4F7F8"/>
                </a:solidFill>
              </a:rPr>
              <a:t>TypeScript + Vite build</a:t>
            </a:r>
          </a:p>
        </p:txBody>
      </p:sp>
      <p:sp>
        <p:nvSpPr>
          <p:cNvPr id="7" name="">
            <a:extLst xmlns:a="http://schemas.openxmlformats.org/drawingml/2006/main">
              <a:ext uri="{FF2B5EF4-FFF2-40B4-BE49-F238E27FC236}">
                <a16:creationId xmlns:a16="http://schemas.microsoft.com/office/drawing/2014/main" id="{F588E481-D999-46D7-8BC1-AFE9A5669AFD}"/>
              </a:ext>
            </a:extLst>
          </p:cNvPr>
          <p:cNvSpPr>
            <a:spLocks xmlns:a="http://schemas.openxmlformats.org/drawingml/2006/main" noGrp="1"/>
          </p:cNvSpPr>
          <p:nvPr/>
        </p:nvSpPr>
        <p:spPr>
          <a:xfrm xmlns:a="http://schemas.openxmlformats.org/drawingml/2006/main">
            <a:off x="6953250" y="2562225"/>
            <a:ext cx="76200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8" name="">
            <a:extLst xmlns:a="http://schemas.openxmlformats.org/drawingml/2006/main">
              <a:ext uri="{FF2B5EF4-FFF2-40B4-BE49-F238E27FC236}">
                <a16:creationId xmlns:a16="http://schemas.microsoft.com/office/drawing/2014/main" id="{EB811A72-A1DB-4B71-A46C-F0CD3FC5B9BF}"/>
              </a:ext>
            </a:extLst>
          </p:cNvPr>
          <p:cNvSpPr>
            <a:spLocks xmlns:a="http://schemas.openxmlformats.org/drawingml/2006/main" noGrp="1"/>
          </p:cNvSpPr>
          <p:nvPr/>
        </p:nvSpPr>
        <p:spPr>
          <a:xfrm xmlns:a="http://schemas.openxmlformats.org/drawingml/2006/main">
            <a:off x="7905750" y="207645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F4F7F8"/>
                </a:solidFill>
              </a:defRPr>
            </a:defPPr>
            <a:lvl1pPr algn="l">
              <a:defRPr sz="1800" b="1">
                <a:solidFill>
                  <a:srgbClr val="F4F7F8"/>
                </a:solidFill>
              </a:defRPr>
            </a:lvl1pPr>
            <a:lvl2pPr algn="l">
              <a:defRPr sz="1800" b="1">
                <a:solidFill>
                  <a:srgbClr val="F4F7F8"/>
                </a:solidFill>
              </a:defRPr>
            </a:lvl2pPr>
            <a:lvl3pPr algn="l">
              <a:defRPr sz="1800" b="1">
                <a:solidFill>
                  <a:srgbClr val="F4F7F8"/>
                </a:solidFill>
              </a:defRPr>
            </a:lvl3pPr>
            <a:lvl4pPr algn="l">
              <a:defRPr sz="1800" b="1">
                <a:solidFill>
                  <a:srgbClr val="F4F7F8"/>
                </a:solidFill>
              </a:defRPr>
            </a:lvl4pPr>
            <a:lvl5pPr algn="l">
              <a:defRPr sz="1800" b="1">
                <a:solidFill>
                  <a:srgbClr val="F4F7F8"/>
                </a:solidFill>
              </a:defRPr>
            </a:lvl5pPr>
            <a:lvl6pPr algn="l">
              <a:defRPr sz="1800" b="1">
                <a:solidFill>
                  <a:srgbClr val="F4F7F8"/>
                </a:solidFill>
              </a:defRPr>
            </a:lvl6pPr>
            <a:lvl7pPr algn="l">
              <a:defRPr sz="1800" b="1">
                <a:solidFill>
                  <a:srgbClr val="F4F7F8"/>
                </a:solidFill>
              </a:defRPr>
            </a:lvl7pPr>
            <a:lvl8pPr algn="l">
              <a:defRPr sz="1800" b="1">
                <a:solidFill>
                  <a:srgbClr val="F4F7F8"/>
                </a:solidFill>
              </a:defRPr>
            </a:lvl8pPr>
            <a:lvl9pPr algn="l">
              <a:defRPr sz="1800" b="1">
                <a:solidFill>
                  <a:srgbClr val="F4F7F8"/>
                </a:solidFill>
              </a:defRPr>
            </a:lvl9pPr>
          </a:lstStyle>
          <a:p xmlns:a="http://schemas.openxmlformats.org/drawingml/2006/main">
            <a:pPr algn="l">
              <a:defRPr sz="1800" b="1">
                <a:solidFill>
                  <a:srgbClr val="F4F7F8"/>
                </a:solidFill>
              </a:defRPr>
            </a:pPr>
            <a:r>
              <a:rPr sz="1800" b="1">
                <a:solidFill>
                  <a:srgbClr val="F4F7F8"/>
                </a:solidFill>
              </a:rPr>
              <a:t>Backend</a:t>
            </a:r>
          </a:p>
          <a:p xmlns:a="http://schemas.openxmlformats.org/drawingml/2006/main">
            <a:pPr algn="l">
              <a:defRPr sz="1800" b="1">
                <a:solidFill>
                  <a:srgbClr val="F4F7F8"/>
                </a:solidFill>
              </a:defRPr>
            </a:pPr>
            <a:r>
              <a:rPr sz="1800" b="1">
                <a:solidFill>
                  <a:srgbClr val="F4F7F8"/>
                </a:solidFill>
              </a:rPr>
              <a:t>pruebas + sintaxis</a:t>
            </a:r>
          </a:p>
        </p:txBody>
      </p:sp>
      <p:sp>
        <p:nvSpPr>
          <p:cNvPr id="9" name="">
            <a:extLst xmlns:a="http://schemas.openxmlformats.org/drawingml/2006/main">
              <a:ext uri="{FF2B5EF4-FFF2-40B4-BE49-F238E27FC236}">
                <a16:creationId xmlns:a16="http://schemas.microsoft.com/office/drawing/2014/main" id="{C4D0F663-A084-4EAC-B321-0A1D7BB63B4D}"/>
              </a:ext>
            </a:extLst>
          </p:cNvPr>
          <p:cNvSpPr>
            <a:spLocks xmlns:a="http://schemas.openxmlformats.org/drawingml/2006/main" noGrp="1"/>
          </p:cNvSpPr>
          <p:nvPr/>
        </p:nvSpPr>
        <p:spPr>
          <a:xfrm xmlns:a="http://schemas.openxmlformats.org/drawingml/2006/main">
            <a:off x="781050" y="4191000"/>
            <a:ext cx="10287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BDD4D8"/>
                </a:solidFill>
              </a:defRPr>
            </a:defPPr>
            <a:lvl1pPr algn="l">
              <a:defRPr sz="1875" b="0">
                <a:solidFill>
                  <a:srgbClr val="BDD4D8"/>
                </a:solidFill>
              </a:defRPr>
            </a:lvl1pPr>
            <a:lvl2pPr algn="l">
              <a:defRPr sz="1875" b="0">
                <a:solidFill>
                  <a:srgbClr val="BDD4D8"/>
                </a:solidFill>
              </a:defRPr>
            </a:lvl2pPr>
            <a:lvl3pPr algn="l">
              <a:defRPr sz="1875" b="0">
                <a:solidFill>
                  <a:srgbClr val="BDD4D8"/>
                </a:solidFill>
              </a:defRPr>
            </a:lvl3pPr>
            <a:lvl4pPr algn="l">
              <a:defRPr sz="1875" b="0">
                <a:solidFill>
                  <a:srgbClr val="BDD4D8"/>
                </a:solidFill>
              </a:defRPr>
            </a:lvl4pPr>
            <a:lvl5pPr algn="l">
              <a:defRPr sz="1875" b="0">
                <a:solidFill>
                  <a:srgbClr val="BDD4D8"/>
                </a:solidFill>
              </a:defRPr>
            </a:lvl5pPr>
            <a:lvl6pPr algn="l">
              <a:defRPr sz="1875" b="0">
                <a:solidFill>
                  <a:srgbClr val="BDD4D8"/>
                </a:solidFill>
              </a:defRPr>
            </a:lvl6pPr>
            <a:lvl7pPr algn="l">
              <a:defRPr sz="1875" b="0">
                <a:solidFill>
                  <a:srgbClr val="BDD4D8"/>
                </a:solidFill>
              </a:defRPr>
            </a:lvl7pPr>
            <a:lvl8pPr algn="l">
              <a:defRPr sz="1875" b="0">
                <a:solidFill>
                  <a:srgbClr val="BDD4D8"/>
                </a:solidFill>
              </a:defRPr>
            </a:lvl8pPr>
            <a:lvl9pPr algn="l">
              <a:defRPr sz="1875" b="0">
                <a:solidFill>
                  <a:srgbClr val="BDD4D8"/>
                </a:solidFill>
              </a:defRPr>
            </a:lvl9pPr>
          </a:lstStyle>
          <a:p xmlns:a="http://schemas.openxmlformats.org/drawingml/2006/main">
            <a:pPr algn="l">
              <a:defRPr sz="1875" b="0">
                <a:solidFill>
                  <a:srgbClr val="BDD4D8"/>
                </a:solidFill>
              </a:defRPr>
            </a:pPr>
            <a:r>
              <a:rPr sz="1875" b="0">
                <a:solidFill>
                  <a:srgbClr val="BDD4D8"/>
                </a:solidFill>
              </a:rPr>
              <a:t>CI actual: compila y valida.</a:t>
            </a:r>
          </a:p>
          <a:p xmlns:a="http://schemas.openxmlformats.org/drawingml/2006/main">
            <a:pPr algn="l">
              <a:defRPr sz="1875" b="0">
                <a:solidFill>
                  <a:srgbClr val="BDD4D8"/>
                </a:solidFill>
              </a:defRPr>
            </a:pPr>
            <a:r>
              <a:rPr sz="1875" b="0">
                <a:solidFill>
                  <a:srgbClr val="BDD4D8"/>
                </a:solidFill>
              </a:rPr>
              <a:t>Deploy: propuesta futura, requiere hosting, secretos, HTTPS y rollback.</a:t>
            </a:r>
          </a:p>
        </p:txBody>
      </p:sp>
    </p:spTree>
    <p:extLst>
      <p:ext uri="{BB962C8B-B14F-4D97-AF65-F5344CB8AC3E}">
        <p14:creationId xmlns:p14="http://schemas.microsoft.com/office/powerpoint/2010/main" val="516673671"/>
      </p:ext>
    </p:extLst>
  </p:cSld>
</p:sld>
</file>

<file path=ppt/slides/slide7.xml><?xml version="1.0" encoding="utf-8"?>
<p:sld xmlns:p="http://schemas.openxmlformats.org/presentationml/2006/main">
  <p:cSld>
    <p:bg>
      <p:bgPr>
        <a:solidFill xmlns:a="http://schemas.openxmlformats.org/drawingml/2006/main">
          <a:srgbClr val="061B2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D95D07-3333-479A-806F-939352F550E0}"/>
              </a:ext>
            </a:extLst>
          </p:cNvPr>
          <p:cNvSpPr>
            <a:spLocks xmlns:a="http://schemas.openxmlformats.org/drawingml/2006/main" noGrp="1"/>
          </p:cNvSpPr>
          <p:nvPr/>
        </p:nvSpPr>
        <p:spPr>
          <a:xfrm xmlns:a="http://schemas.openxmlformats.org/drawingml/2006/main">
            <a:off x="723900" y="45720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4F7F8"/>
                </a:solidFill>
              </a:defRPr>
            </a:defPPr>
            <a:lvl1pPr algn="l">
              <a:defRPr sz="2550" b="1">
                <a:solidFill>
                  <a:srgbClr val="F4F7F8"/>
                </a:solidFill>
              </a:defRPr>
            </a:lvl1pPr>
            <a:lvl2pPr algn="l">
              <a:defRPr sz="2550" b="1">
                <a:solidFill>
                  <a:srgbClr val="F4F7F8"/>
                </a:solidFill>
              </a:defRPr>
            </a:lvl2pPr>
            <a:lvl3pPr algn="l">
              <a:defRPr sz="2550" b="1">
                <a:solidFill>
                  <a:srgbClr val="F4F7F8"/>
                </a:solidFill>
              </a:defRPr>
            </a:lvl3pPr>
            <a:lvl4pPr algn="l">
              <a:defRPr sz="2550" b="1">
                <a:solidFill>
                  <a:srgbClr val="F4F7F8"/>
                </a:solidFill>
              </a:defRPr>
            </a:lvl4pPr>
            <a:lvl5pPr algn="l">
              <a:defRPr sz="2550" b="1">
                <a:solidFill>
                  <a:srgbClr val="F4F7F8"/>
                </a:solidFill>
              </a:defRPr>
            </a:lvl5pPr>
            <a:lvl6pPr algn="l">
              <a:defRPr sz="2550" b="1">
                <a:solidFill>
                  <a:srgbClr val="F4F7F8"/>
                </a:solidFill>
              </a:defRPr>
            </a:lvl6pPr>
            <a:lvl7pPr algn="l">
              <a:defRPr sz="2550" b="1">
                <a:solidFill>
                  <a:srgbClr val="F4F7F8"/>
                </a:solidFill>
              </a:defRPr>
            </a:lvl7pPr>
            <a:lvl8pPr algn="l">
              <a:defRPr sz="2550" b="1">
                <a:solidFill>
                  <a:srgbClr val="F4F7F8"/>
                </a:solidFill>
              </a:defRPr>
            </a:lvl8pPr>
            <a:lvl9pPr algn="l">
              <a:defRPr sz="2550" b="1">
                <a:solidFill>
                  <a:srgbClr val="F4F7F8"/>
                </a:solidFill>
              </a:defRPr>
            </a:lvl9pPr>
          </a:lstStyle>
          <a:p xmlns:a="http://schemas.openxmlformats.org/drawingml/2006/main">
            <a:pPr algn="l">
              <a:defRPr sz="2550" b="1">
                <a:solidFill>
                  <a:srgbClr val="F4F7F8"/>
                </a:solidFill>
              </a:defRPr>
            </a:pPr>
            <a:r>
              <a:rPr sz="2550" b="1">
                <a:solidFill>
                  <a:srgbClr val="F4F7F8"/>
                </a:solidFill>
              </a:rPr>
              <a:t>Calidad de software e IA con revisión humana</a:t>
            </a:r>
          </a:p>
        </p:txBody>
      </p:sp>
      <p:sp>
        <p:nvSpPr>
          <p:cNvPr id="2" name="">
            <a:extLst xmlns:a="http://schemas.openxmlformats.org/drawingml/2006/main">
              <a:ext uri="{FF2B5EF4-FFF2-40B4-BE49-F238E27FC236}">
                <a16:creationId xmlns:a16="http://schemas.microsoft.com/office/drawing/2014/main" id="{B43D0F7A-BCA8-4A0B-8C4B-7CFCBC755707}"/>
              </a:ext>
            </a:extLst>
          </p:cNvPr>
          <p:cNvSpPr>
            <a:spLocks xmlns:a="http://schemas.openxmlformats.org/drawingml/2006/main" noGrp="1"/>
          </p:cNvSpPr>
          <p:nvPr/>
        </p:nvSpPr>
        <p:spPr>
          <a:xfrm xmlns:a="http://schemas.openxmlformats.org/drawingml/2006/main">
            <a:off x="723900" y="1181100"/>
            <a:ext cx="7048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3" name="">
            <a:extLst xmlns:a="http://schemas.openxmlformats.org/drawingml/2006/main">
              <a:ext uri="{FF2B5EF4-FFF2-40B4-BE49-F238E27FC236}">
                <a16:creationId xmlns:a16="http://schemas.microsoft.com/office/drawing/2014/main" id="{FFB0E0CE-7BBB-4D8D-9622-CA329CD876FF}"/>
              </a:ext>
            </a:extLst>
          </p:cNvPr>
          <p:cNvSpPr>
            <a:spLocks xmlns:a="http://schemas.openxmlformats.org/drawingml/2006/main" noGrp="1"/>
          </p:cNvSpPr>
          <p:nvPr/>
        </p:nvSpPr>
        <p:spPr>
          <a:xfrm xmlns:a="http://schemas.openxmlformats.org/drawingml/2006/main">
            <a:off x="723900" y="64293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78939C"/>
                </a:solidFill>
              </a:defRPr>
            </a:defPPr>
            <a:lvl1pPr algn="l">
              <a:defRPr sz="975" b="0">
                <a:solidFill>
                  <a:srgbClr val="78939C"/>
                </a:solidFill>
              </a:defRPr>
            </a:lvl1pPr>
            <a:lvl2pPr algn="l">
              <a:defRPr sz="975" b="0">
                <a:solidFill>
                  <a:srgbClr val="78939C"/>
                </a:solidFill>
              </a:defRPr>
            </a:lvl2pPr>
            <a:lvl3pPr algn="l">
              <a:defRPr sz="975" b="0">
                <a:solidFill>
                  <a:srgbClr val="78939C"/>
                </a:solidFill>
              </a:defRPr>
            </a:lvl3pPr>
            <a:lvl4pPr algn="l">
              <a:defRPr sz="975" b="0">
                <a:solidFill>
                  <a:srgbClr val="78939C"/>
                </a:solidFill>
              </a:defRPr>
            </a:lvl4pPr>
            <a:lvl5pPr algn="l">
              <a:defRPr sz="975" b="0">
                <a:solidFill>
                  <a:srgbClr val="78939C"/>
                </a:solidFill>
              </a:defRPr>
            </a:lvl5pPr>
            <a:lvl6pPr algn="l">
              <a:defRPr sz="975" b="0">
                <a:solidFill>
                  <a:srgbClr val="78939C"/>
                </a:solidFill>
              </a:defRPr>
            </a:lvl6pPr>
            <a:lvl7pPr algn="l">
              <a:defRPr sz="975" b="0">
                <a:solidFill>
                  <a:srgbClr val="78939C"/>
                </a:solidFill>
              </a:defRPr>
            </a:lvl7pPr>
            <a:lvl8pPr algn="l">
              <a:defRPr sz="975" b="0">
                <a:solidFill>
                  <a:srgbClr val="78939C"/>
                </a:solidFill>
              </a:defRPr>
            </a:lvl8pPr>
            <a:lvl9pPr algn="l">
              <a:defRPr sz="975" b="0">
                <a:solidFill>
                  <a:srgbClr val="78939C"/>
                </a:solidFill>
              </a:defRPr>
            </a:lvl9pPr>
          </a:lstStyle>
          <a:p xmlns:a="http://schemas.openxmlformats.org/drawingml/2006/main">
            <a:pPr algn="l">
              <a:defRPr sz="975" b="0">
                <a:solidFill>
                  <a:srgbClr val="78939C"/>
                </a:solidFill>
              </a:defRPr>
            </a:pPr>
            <a:r>
              <a:rPr sz="975" b="0">
                <a:solidFill>
                  <a:srgbClr val="78939C"/>
                </a:solidFill>
              </a:rPr>
              <a:t>ERP Camaronera  |  Proyecto Parcial I  |  07</a:t>
            </a:r>
          </a:p>
        </p:txBody>
      </p:sp>
      <p:sp>
        <p:nvSpPr>
          <p:cNvPr id="4" name="">
            <a:extLst xmlns:a="http://schemas.openxmlformats.org/drawingml/2006/main">
              <a:ext uri="{FF2B5EF4-FFF2-40B4-BE49-F238E27FC236}">
                <a16:creationId xmlns:a16="http://schemas.microsoft.com/office/drawing/2014/main" id="{FDF300AB-EC03-4BAB-8FC7-AD644973656E}"/>
              </a:ext>
            </a:extLst>
          </p:cNvPr>
          <p:cNvSpPr>
            <a:spLocks xmlns:a="http://schemas.openxmlformats.org/drawingml/2006/main" noGrp="1"/>
          </p:cNvSpPr>
          <p:nvPr/>
        </p:nvSpPr>
        <p:spPr>
          <a:xfrm xmlns:a="http://schemas.openxmlformats.org/drawingml/2006/main">
            <a:off x="781050" y="16954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35D0C5"/>
                </a:solidFill>
              </a:defRPr>
            </a:defPPr>
            <a:lvl1pPr algn="l">
              <a:defRPr sz="2100" b="1">
                <a:solidFill>
                  <a:srgbClr val="35D0C5"/>
                </a:solidFill>
              </a:defRPr>
            </a:lvl1pPr>
            <a:lvl2pPr algn="l">
              <a:defRPr sz="2100" b="1">
                <a:solidFill>
                  <a:srgbClr val="35D0C5"/>
                </a:solidFill>
              </a:defRPr>
            </a:lvl2pPr>
            <a:lvl3pPr algn="l">
              <a:defRPr sz="2100" b="1">
                <a:solidFill>
                  <a:srgbClr val="35D0C5"/>
                </a:solidFill>
              </a:defRPr>
            </a:lvl3pPr>
            <a:lvl4pPr algn="l">
              <a:defRPr sz="2100" b="1">
                <a:solidFill>
                  <a:srgbClr val="35D0C5"/>
                </a:solidFill>
              </a:defRPr>
            </a:lvl4pPr>
            <a:lvl5pPr algn="l">
              <a:defRPr sz="2100" b="1">
                <a:solidFill>
                  <a:srgbClr val="35D0C5"/>
                </a:solidFill>
              </a:defRPr>
            </a:lvl5pPr>
            <a:lvl6pPr algn="l">
              <a:defRPr sz="2100" b="1">
                <a:solidFill>
                  <a:srgbClr val="35D0C5"/>
                </a:solidFill>
              </a:defRPr>
            </a:lvl6pPr>
            <a:lvl7pPr algn="l">
              <a:defRPr sz="2100" b="1">
                <a:solidFill>
                  <a:srgbClr val="35D0C5"/>
                </a:solidFill>
              </a:defRPr>
            </a:lvl7pPr>
            <a:lvl8pPr algn="l">
              <a:defRPr sz="2100" b="1">
                <a:solidFill>
                  <a:srgbClr val="35D0C5"/>
                </a:solidFill>
              </a:defRPr>
            </a:lvl8pPr>
            <a:lvl9pPr algn="l">
              <a:defRPr sz="2100" b="1">
                <a:solidFill>
                  <a:srgbClr val="35D0C5"/>
                </a:solidFill>
              </a:defRPr>
            </a:lvl9pPr>
          </a:lstStyle>
          <a:p xmlns:a="http://schemas.openxmlformats.org/drawingml/2006/main">
            <a:pPr algn="l">
              <a:defRPr sz="2100" b="1">
                <a:solidFill>
                  <a:srgbClr val="35D0C5"/>
                </a:solidFill>
              </a:defRPr>
            </a:pPr>
            <a:r>
              <a:rPr sz="2100" b="1">
                <a:solidFill>
                  <a:srgbClr val="35D0C5"/>
                </a:solidFill>
              </a:rPr>
              <a:t>TDD / pruebas</a:t>
            </a:r>
          </a:p>
        </p:txBody>
      </p:sp>
      <p:sp>
        <p:nvSpPr>
          <p:cNvPr id="5" name="">
            <a:extLst xmlns:a="http://schemas.openxmlformats.org/drawingml/2006/main">
              <a:ext uri="{FF2B5EF4-FFF2-40B4-BE49-F238E27FC236}">
                <a16:creationId xmlns:a16="http://schemas.microsoft.com/office/drawing/2014/main" id="{FCEC46E9-250B-4D64-91AF-239206CA9042}"/>
              </a:ext>
            </a:extLst>
          </p:cNvPr>
          <p:cNvSpPr>
            <a:spLocks xmlns:a="http://schemas.openxmlformats.org/drawingml/2006/main" noGrp="1"/>
          </p:cNvSpPr>
          <p:nvPr/>
        </p:nvSpPr>
        <p:spPr>
          <a:xfrm xmlns:a="http://schemas.openxmlformats.org/drawingml/2006/main">
            <a:off x="781050" y="2266950"/>
            <a:ext cx="4572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0">
                <a:solidFill>
                  <a:srgbClr val="F4F7F8"/>
                </a:solidFill>
              </a:defRPr>
            </a:defPPr>
            <a:lvl1pPr algn="l">
              <a:defRPr sz="1950" b="0">
                <a:solidFill>
                  <a:srgbClr val="F4F7F8"/>
                </a:solidFill>
              </a:defRPr>
            </a:lvl1pPr>
            <a:lvl2pPr algn="l">
              <a:defRPr sz="1950" b="0">
                <a:solidFill>
                  <a:srgbClr val="F4F7F8"/>
                </a:solidFill>
              </a:defRPr>
            </a:lvl2pPr>
            <a:lvl3pPr algn="l">
              <a:defRPr sz="1950" b="0">
                <a:solidFill>
                  <a:srgbClr val="F4F7F8"/>
                </a:solidFill>
              </a:defRPr>
            </a:lvl3pPr>
            <a:lvl4pPr algn="l">
              <a:defRPr sz="1950" b="0">
                <a:solidFill>
                  <a:srgbClr val="F4F7F8"/>
                </a:solidFill>
              </a:defRPr>
            </a:lvl4pPr>
            <a:lvl5pPr algn="l">
              <a:defRPr sz="1950" b="0">
                <a:solidFill>
                  <a:srgbClr val="F4F7F8"/>
                </a:solidFill>
              </a:defRPr>
            </a:lvl5pPr>
            <a:lvl6pPr algn="l">
              <a:defRPr sz="1950" b="0">
                <a:solidFill>
                  <a:srgbClr val="F4F7F8"/>
                </a:solidFill>
              </a:defRPr>
            </a:lvl6pPr>
            <a:lvl7pPr algn="l">
              <a:defRPr sz="1950" b="0">
                <a:solidFill>
                  <a:srgbClr val="F4F7F8"/>
                </a:solidFill>
              </a:defRPr>
            </a:lvl7pPr>
            <a:lvl8pPr algn="l">
              <a:defRPr sz="1950" b="0">
                <a:solidFill>
                  <a:srgbClr val="F4F7F8"/>
                </a:solidFill>
              </a:defRPr>
            </a:lvl8pPr>
            <a:lvl9pPr algn="l">
              <a:defRPr sz="1950" b="0">
                <a:solidFill>
                  <a:srgbClr val="F4F7F8"/>
                </a:solidFill>
              </a:defRPr>
            </a:lvl9pPr>
          </a:lstStyle>
          <a:p xmlns:a="http://schemas.openxmlformats.org/drawingml/2006/main">
            <a:pPr algn="l">
              <a:defRPr sz="1950" b="0">
                <a:solidFill>
                  <a:srgbClr val="F4F7F8"/>
                </a:solidFill>
              </a:defRPr>
            </a:pPr>
            <a:r>
              <a:rPr sz="1950" b="0">
                <a:solidFill>
                  <a:srgbClr val="F4F7F8"/>
                </a:solidFill>
              </a:rPr>
              <a:t>Lectura válida: acepta</a:t>
            </a:r>
          </a:p>
          <a:p xmlns:a="http://schemas.openxmlformats.org/drawingml/2006/main">
            <a:pPr algn="l">
              <a:defRPr sz="1950" b="0">
                <a:solidFill>
                  <a:srgbClr val="F4F7F8"/>
                </a:solidFill>
              </a:defRPr>
            </a:pPr>
            <a:r>
              <a:rPr sz="1950" b="0">
                <a:solidFill>
                  <a:srgbClr val="F4F7F8"/>
                </a:solidFill>
              </a:rPr>
              <a:t>pH &gt; 14: rechaza</a:t>
            </a:r>
          </a:p>
          <a:p xmlns:a="http://schemas.openxmlformats.org/drawingml/2006/main">
            <a:pPr algn="l">
              <a:defRPr sz="1950" b="0">
                <a:solidFill>
                  <a:srgbClr val="F4F7F8"/>
                </a:solidFill>
              </a:defRPr>
            </a:pPr>
            <a:r>
              <a:rPr sz="1950" b="0">
                <a:solidFill>
                  <a:srgbClr val="F4F7F8"/>
                </a:solidFill>
              </a:rPr>
              <a:t>Campo extra: rechaza</a:t>
            </a:r>
          </a:p>
          <a:p xmlns:a="http://schemas.openxmlformats.org/drawingml/2006/main">
            <a:pPr algn="l">
              <a:defRPr sz="1950" b="0">
                <a:solidFill>
                  <a:srgbClr val="F4F7F8"/>
                </a:solidFill>
              </a:defRPr>
            </a:pPr>
            <a:r>
              <a:rPr sz="1950" b="0">
                <a:solidFill>
                  <a:srgbClr val="F4F7F8"/>
                </a:solidFill>
              </a:rPr>
              <a:t>node:test dentro de CI</a:t>
            </a:r>
          </a:p>
        </p:txBody>
      </p:sp>
      <p:sp>
        <p:nvSpPr>
          <p:cNvPr id="6" name="">
            <a:extLst xmlns:a="http://schemas.openxmlformats.org/drawingml/2006/main">
              <a:ext uri="{FF2B5EF4-FFF2-40B4-BE49-F238E27FC236}">
                <a16:creationId xmlns:a16="http://schemas.microsoft.com/office/drawing/2014/main" id="{423950E3-84E8-43F2-83FC-53D7350DBAF1}"/>
              </a:ext>
            </a:extLst>
          </p:cNvPr>
          <p:cNvSpPr>
            <a:spLocks xmlns:a="http://schemas.openxmlformats.org/drawingml/2006/main" noGrp="1"/>
          </p:cNvSpPr>
          <p:nvPr/>
        </p:nvSpPr>
        <p:spPr>
          <a:xfrm xmlns:a="http://schemas.openxmlformats.org/drawingml/2006/main">
            <a:off x="6286500" y="16954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35D0C5"/>
                </a:solidFill>
              </a:defRPr>
            </a:defPPr>
            <a:lvl1pPr algn="l">
              <a:defRPr sz="2100" b="1">
                <a:solidFill>
                  <a:srgbClr val="35D0C5"/>
                </a:solidFill>
              </a:defRPr>
            </a:lvl1pPr>
            <a:lvl2pPr algn="l">
              <a:defRPr sz="2100" b="1">
                <a:solidFill>
                  <a:srgbClr val="35D0C5"/>
                </a:solidFill>
              </a:defRPr>
            </a:lvl2pPr>
            <a:lvl3pPr algn="l">
              <a:defRPr sz="2100" b="1">
                <a:solidFill>
                  <a:srgbClr val="35D0C5"/>
                </a:solidFill>
              </a:defRPr>
            </a:lvl3pPr>
            <a:lvl4pPr algn="l">
              <a:defRPr sz="2100" b="1">
                <a:solidFill>
                  <a:srgbClr val="35D0C5"/>
                </a:solidFill>
              </a:defRPr>
            </a:lvl4pPr>
            <a:lvl5pPr algn="l">
              <a:defRPr sz="2100" b="1">
                <a:solidFill>
                  <a:srgbClr val="35D0C5"/>
                </a:solidFill>
              </a:defRPr>
            </a:lvl5pPr>
            <a:lvl6pPr algn="l">
              <a:defRPr sz="2100" b="1">
                <a:solidFill>
                  <a:srgbClr val="35D0C5"/>
                </a:solidFill>
              </a:defRPr>
            </a:lvl6pPr>
            <a:lvl7pPr algn="l">
              <a:defRPr sz="2100" b="1">
                <a:solidFill>
                  <a:srgbClr val="35D0C5"/>
                </a:solidFill>
              </a:defRPr>
            </a:lvl7pPr>
            <a:lvl8pPr algn="l">
              <a:defRPr sz="2100" b="1">
                <a:solidFill>
                  <a:srgbClr val="35D0C5"/>
                </a:solidFill>
              </a:defRPr>
            </a:lvl8pPr>
            <a:lvl9pPr algn="l">
              <a:defRPr sz="2100" b="1">
                <a:solidFill>
                  <a:srgbClr val="35D0C5"/>
                </a:solidFill>
              </a:defRPr>
            </a:lvl9pPr>
          </a:lstStyle>
          <a:p xmlns:a="http://schemas.openxmlformats.org/drawingml/2006/main">
            <a:pPr algn="l">
              <a:defRPr sz="2100" b="1">
                <a:solidFill>
                  <a:srgbClr val="35D0C5"/>
                </a:solidFill>
              </a:defRPr>
            </a:pPr>
            <a:r>
              <a:rPr sz="2100" b="1">
                <a:solidFill>
                  <a:srgbClr val="35D0C5"/>
                </a:solidFill>
              </a:rPr>
              <a:t>Copilot y prompts</a:t>
            </a:r>
          </a:p>
        </p:txBody>
      </p:sp>
      <p:sp>
        <p:nvSpPr>
          <p:cNvPr id="7" name="">
            <a:extLst xmlns:a="http://schemas.openxmlformats.org/drawingml/2006/main">
              <a:ext uri="{FF2B5EF4-FFF2-40B4-BE49-F238E27FC236}">
                <a16:creationId xmlns:a16="http://schemas.microsoft.com/office/drawing/2014/main" id="{D6061B7B-1370-4FC1-A4F1-8926344FB9DF}"/>
              </a:ext>
            </a:extLst>
          </p:cNvPr>
          <p:cNvSpPr>
            <a:spLocks xmlns:a="http://schemas.openxmlformats.org/drawingml/2006/main" noGrp="1"/>
          </p:cNvSpPr>
          <p:nvPr/>
        </p:nvSpPr>
        <p:spPr>
          <a:xfrm xmlns:a="http://schemas.openxmlformats.org/drawingml/2006/main">
            <a:off x="6286500" y="226695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F4F7F8"/>
                </a:solidFill>
              </a:defRPr>
            </a:defPPr>
            <a:lvl1pPr algn="l">
              <a:defRPr sz="1875" b="0">
                <a:solidFill>
                  <a:srgbClr val="F4F7F8"/>
                </a:solidFill>
              </a:defRPr>
            </a:lvl1pPr>
            <a:lvl2pPr algn="l">
              <a:defRPr sz="1875" b="0">
                <a:solidFill>
                  <a:srgbClr val="F4F7F8"/>
                </a:solidFill>
              </a:defRPr>
            </a:lvl2pPr>
            <a:lvl3pPr algn="l">
              <a:defRPr sz="1875" b="0">
                <a:solidFill>
                  <a:srgbClr val="F4F7F8"/>
                </a:solidFill>
              </a:defRPr>
            </a:lvl3pPr>
            <a:lvl4pPr algn="l">
              <a:defRPr sz="1875" b="0">
                <a:solidFill>
                  <a:srgbClr val="F4F7F8"/>
                </a:solidFill>
              </a:defRPr>
            </a:lvl4pPr>
            <a:lvl5pPr algn="l">
              <a:defRPr sz="1875" b="0">
                <a:solidFill>
                  <a:srgbClr val="F4F7F8"/>
                </a:solidFill>
              </a:defRPr>
            </a:lvl5pPr>
            <a:lvl6pPr algn="l">
              <a:defRPr sz="1875" b="0">
                <a:solidFill>
                  <a:srgbClr val="F4F7F8"/>
                </a:solidFill>
              </a:defRPr>
            </a:lvl6pPr>
            <a:lvl7pPr algn="l">
              <a:defRPr sz="1875" b="0">
                <a:solidFill>
                  <a:srgbClr val="F4F7F8"/>
                </a:solidFill>
              </a:defRPr>
            </a:lvl7pPr>
            <a:lvl8pPr algn="l">
              <a:defRPr sz="1875" b="0">
                <a:solidFill>
                  <a:srgbClr val="F4F7F8"/>
                </a:solidFill>
              </a:defRPr>
            </a:lvl8pPr>
            <a:lvl9pPr algn="l">
              <a:defRPr sz="1875" b="0">
                <a:solidFill>
                  <a:srgbClr val="F4F7F8"/>
                </a:solidFill>
              </a:defRPr>
            </a:lvl9pPr>
          </a:lstStyle>
          <a:p xmlns:a="http://schemas.openxmlformats.org/drawingml/2006/main">
            <a:pPr algn="l">
              <a:defRPr sz="1875" b="0">
                <a:solidFill>
                  <a:srgbClr val="F4F7F8"/>
                </a:solidFill>
              </a:defRPr>
            </a:pPr>
            <a:r>
              <a:rPr sz="1875" b="0">
                <a:solidFill>
                  <a:srgbClr val="F4F7F8"/>
                </a:solidFill>
              </a:rPr>
              <a:t>Contexto + objetivo</a:t>
            </a:r>
          </a:p>
          <a:p xmlns:a="http://schemas.openxmlformats.org/drawingml/2006/main">
            <a:pPr algn="l">
              <a:defRPr sz="1875" b="0">
                <a:solidFill>
                  <a:srgbClr val="F4F7F8"/>
                </a:solidFill>
              </a:defRPr>
            </a:pPr>
            <a:r>
              <a:rPr sz="1875" b="0">
                <a:solidFill>
                  <a:srgbClr val="F4F7F8"/>
                </a:solidFill>
              </a:rPr>
              <a:t>Archivos y restricciones</a:t>
            </a:r>
          </a:p>
          <a:p xmlns:a="http://schemas.openxmlformats.org/drawingml/2006/main">
            <a:pPr algn="l">
              <a:defRPr sz="1875" b="0">
                <a:solidFill>
                  <a:srgbClr val="F4F7F8"/>
                </a:solidFill>
              </a:defRPr>
            </a:pPr>
            <a:r>
              <a:rPr sz="1875" b="0">
                <a:solidFill>
                  <a:srgbClr val="F4F7F8"/>
                </a:solidFill>
              </a:rPr>
              <a:t>Criterios observables</a:t>
            </a:r>
          </a:p>
          <a:p xmlns:a="http://schemas.openxmlformats.org/drawingml/2006/main">
            <a:pPr algn="l">
              <a:defRPr sz="1875" b="0">
                <a:solidFill>
                  <a:srgbClr val="F4F7F8"/>
                </a:solidFill>
              </a:defRPr>
            </a:pPr>
            <a:r>
              <a:rPr sz="1875" b="0">
                <a:solidFill>
                  <a:srgbClr val="F4F7F8"/>
                </a:solidFill>
              </a:rPr>
              <a:t>Revisar y probar cada sugerencia</a:t>
            </a:r>
          </a:p>
        </p:txBody>
      </p:sp>
      <p:sp>
        <p:nvSpPr>
          <p:cNvPr id="8" name="">
            <a:extLst xmlns:a="http://schemas.openxmlformats.org/drawingml/2006/main">
              <a:ext uri="{FF2B5EF4-FFF2-40B4-BE49-F238E27FC236}">
                <a16:creationId xmlns:a16="http://schemas.microsoft.com/office/drawing/2014/main" id="{30C23ADF-5461-463B-9AFF-73E509DAF8FE}"/>
              </a:ext>
            </a:extLst>
          </p:cNvPr>
          <p:cNvSpPr>
            <a:spLocks xmlns:a="http://schemas.openxmlformats.org/drawingml/2006/main" noGrp="1"/>
          </p:cNvSpPr>
          <p:nvPr/>
        </p:nvSpPr>
        <p:spPr>
          <a:xfrm xmlns:a="http://schemas.openxmlformats.org/drawingml/2006/main">
            <a:off x="781050" y="51435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3A65A"/>
                </a:solidFill>
              </a:defRPr>
            </a:defPPr>
            <a:lvl1pPr algn="l">
              <a:defRPr sz="1650" b="1">
                <a:solidFill>
                  <a:srgbClr val="F3A65A"/>
                </a:solidFill>
              </a:defRPr>
            </a:lvl1pPr>
            <a:lvl2pPr algn="l">
              <a:defRPr sz="1650" b="1">
                <a:solidFill>
                  <a:srgbClr val="F3A65A"/>
                </a:solidFill>
              </a:defRPr>
            </a:lvl2pPr>
            <a:lvl3pPr algn="l">
              <a:defRPr sz="1650" b="1">
                <a:solidFill>
                  <a:srgbClr val="F3A65A"/>
                </a:solidFill>
              </a:defRPr>
            </a:lvl3pPr>
            <a:lvl4pPr algn="l">
              <a:defRPr sz="1650" b="1">
                <a:solidFill>
                  <a:srgbClr val="F3A65A"/>
                </a:solidFill>
              </a:defRPr>
            </a:lvl4pPr>
            <a:lvl5pPr algn="l">
              <a:defRPr sz="1650" b="1">
                <a:solidFill>
                  <a:srgbClr val="F3A65A"/>
                </a:solidFill>
              </a:defRPr>
            </a:lvl5pPr>
            <a:lvl6pPr algn="l">
              <a:defRPr sz="1650" b="1">
                <a:solidFill>
                  <a:srgbClr val="F3A65A"/>
                </a:solidFill>
              </a:defRPr>
            </a:lvl6pPr>
            <a:lvl7pPr algn="l">
              <a:defRPr sz="1650" b="1">
                <a:solidFill>
                  <a:srgbClr val="F3A65A"/>
                </a:solidFill>
              </a:defRPr>
            </a:lvl7pPr>
            <a:lvl8pPr algn="l">
              <a:defRPr sz="1650" b="1">
                <a:solidFill>
                  <a:srgbClr val="F3A65A"/>
                </a:solidFill>
              </a:defRPr>
            </a:lvl8pPr>
            <a:lvl9pPr algn="l">
              <a:defRPr sz="1650" b="1">
                <a:solidFill>
                  <a:srgbClr val="F3A65A"/>
                </a:solidFill>
              </a:defRPr>
            </a:lvl9pPr>
          </a:lstStyle>
          <a:p xmlns:a="http://schemas.openxmlformats.org/drawingml/2006/main">
            <a:pPr algn="l">
              <a:defRPr sz="1650" b="1">
                <a:solidFill>
                  <a:srgbClr val="F3A65A"/>
                </a:solidFill>
              </a:defRPr>
            </a:pPr>
            <a:r>
              <a:rPr sz="1650" b="1">
                <a:solidFill>
                  <a:srgbClr val="F3A65A"/>
                </a:solidFill>
              </a:rPr>
              <a:t>No enviar secretos. La IA propone; el equipo valida el dominio, la seguridad y el resultado.</a:t>
            </a:r>
          </a:p>
        </p:txBody>
      </p:sp>
    </p:spTree>
    <p:extLst>
      <p:ext uri="{BB962C8B-B14F-4D97-AF65-F5344CB8AC3E}">
        <p14:creationId xmlns:p14="http://schemas.microsoft.com/office/powerpoint/2010/main" val="1078388870"/>
      </p:ext>
    </p:extLst>
  </p:cSld>
</p:sld>
</file>

<file path=ppt/slides/slide8.xml><?xml version="1.0" encoding="utf-8"?>
<p:sld xmlns:p="http://schemas.openxmlformats.org/presentationml/2006/main">
  <p:cSld>
    <p:bg>
      <p:bgPr>
        <a:solidFill xmlns:a="http://schemas.openxmlformats.org/drawingml/2006/main">
          <a:srgbClr val="061B2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6599BB-560E-4D06-84BA-0257250DA409}"/>
              </a:ext>
            </a:extLst>
          </p:cNvPr>
          <p:cNvSpPr>
            <a:spLocks xmlns:a="http://schemas.openxmlformats.org/drawingml/2006/main" noGrp="1"/>
          </p:cNvSpPr>
          <p:nvPr/>
        </p:nvSpPr>
        <p:spPr>
          <a:xfrm xmlns:a="http://schemas.openxmlformats.org/drawingml/2006/main">
            <a:off x="723900" y="45720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4F7F8"/>
                </a:solidFill>
              </a:defRPr>
            </a:defPPr>
            <a:lvl1pPr algn="l">
              <a:defRPr sz="2550" b="1">
                <a:solidFill>
                  <a:srgbClr val="F4F7F8"/>
                </a:solidFill>
              </a:defRPr>
            </a:lvl1pPr>
            <a:lvl2pPr algn="l">
              <a:defRPr sz="2550" b="1">
                <a:solidFill>
                  <a:srgbClr val="F4F7F8"/>
                </a:solidFill>
              </a:defRPr>
            </a:lvl2pPr>
            <a:lvl3pPr algn="l">
              <a:defRPr sz="2550" b="1">
                <a:solidFill>
                  <a:srgbClr val="F4F7F8"/>
                </a:solidFill>
              </a:defRPr>
            </a:lvl3pPr>
            <a:lvl4pPr algn="l">
              <a:defRPr sz="2550" b="1">
                <a:solidFill>
                  <a:srgbClr val="F4F7F8"/>
                </a:solidFill>
              </a:defRPr>
            </a:lvl4pPr>
            <a:lvl5pPr algn="l">
              <a:defRPr sz="2550" b="1">
                <a:solidFill>
                  <a:srgbClr val="F4F7F8"/>
                </a:solidFill>
              </a:defRPr>
            </a:lvl5pPr>
            <a:lvl6pPr algn="l">
              <a:defRPr sz="2550" b="1">
                <a:solidFill>
                  <a:srgbClr val="F4F7F8"/>
                </a:solidFill>
              </a:defRPr>
            </a:lvl6pPr>
            <a:lvl7pPr algn="l">
              <a:defRPr sz="2550" b="1">
                <a:solidFill>
                  <a:srgbClr val="F4F7F8"/>
                </a:solidFill>
              </a:defRPr>
            </a:lvl7pPr>
            <a:lvl8pPr algn="l">
              <a:defRPr sz="2550" b="1">
                <a:solidFill>
                  <a:srgbClr val="F4F7F8"/>
                </a:solidFill>
              </a:defRPr>
            </a:lvl8pPr>
            <a:lvl9pPr algn="l">
              <a:defRPr sz="2550" b="1">
                <a:solidFill>
                  <a:srgbClr val="F4F7F8"/>
                </a:solidFill>
              </a:defRPr>
            </a:lvl9pPr>
          </a:lstStyle>
          <a:p xmlns:a="http://schemas.openxmlformats.org/drawingml/2006/main">
            <a:pPr algn="l">
              <a:defRPr sz="2550" b="1">
                <a:solidFill>
                  <a:srgbClr val="F4F7F8"/>
                </a:solidFill>
              </a:defRPr>
            </a:pPr>
            <a:r>
              <a:rPr sz="2550" b="1">
                <a:solidFill>
                  <a:srgbClr val="F4F7F8"/>
                </a:solidFill>
              </a:rPr>
              <a:t>Gestión del proyecto en GitHub</a:t>
            </a:r>
          </a:p>
        </p:txBody>
      </p:sp>
      <p:sp>
        <p:nvSpPr>
          <p:cNvPr id="2" name="">
            <a:extLst xmlns:a="http://schemas.openxmlformats.org/drawingml/2006/main">
              <a:ext uri="{FF2B5EF4-FFF2-40B4-BE49-F238E27FC236}">
                <a16:creationId xmlns:a16="http://schemas.microsoft.com/office/drawing/2014/main" id="{9130A974-E0B8-464F-B926-B71D5657EF13}"/>
              </a:ext>
            </a:extLst>
          </p:cNvPr>
          <p:cNvSpPr>
            <a:spLocks xmlns:a="http://schemas.openxmlformats.org/drawingml/2006/main" noGrp="1"/>
          </p:cNvSpPr>
          <p:nvPr/>
        </p:nvSpPr>
        <p:spPr>
          <a:xfrm xmlns:a="http://schemas.openxmlformats.org/drawingml/2006/main">
            <a:off x="723900" y="1181100"/>
            <a:ext cx="7048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3" name="">
            <a:extLst xmlns:a="http://schemas.openxmlformats.org/drawingml/2006/main">
              <a:ext uri="{FF2B5EF4-FFF2-40B4-BE49-F238E27FC236}">
                <a16:creationId xmlns:a16="http://schemas.microsoft.com/office/drawing/2014/main" id="{D2323E91-F5E8-4C27-BA3F-24CBF08CFD1E}"/>
              </a:ext>
            </a:extLst>
          </p:cNvPr>
          <p:cNvSpPr>
            <a:spLocks xmlns:a="http://schemas.openxmlformats.org/drawingml/2006/main" noGrp="1"/>
          </p:cNvSpPr>
          <p:nvPr/>
        </p:nvSpPr>
        <p:spPr>
          <a:xfrm xmlns:a="http://schemas.openxmlformats.org/drawingml/2006/main">
            <a:off x="723900" y="64293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78939C"/>
                </a:solidFill>
              </a:defRPr>
            </a:defPPr>
            <a:lvl1pPr algn="l">
              <a:defRPr sz="975" b="0">
                <a:solidFill>
                  <a:srgbClr val="78939C"/>
                </a:solidFill>
              </a:defRPr>
            </a:lvl1pPr>
            <a:lvl2pPr algn="l">
              <a:defRPr sz="975" b="0">
                <a:solidFill>
                  <a:srgbClr val="78939C"/>
                </a:solidFill>
              </a:defRPr>
            </a:lvl2pPr>
            <a:lvl3pPr algn="l">
              <a:defRPr sz="975" b="0">
                <a:solidFill>
                  <a:srgbClr val="78939C"/>
                </a:solidFill>
              </a:defRPr>
            </a:lvl3pPr>
            <a:lvl4pPr algn="l">
              <a:defRPr sz="975" b="0">
                <a:solidFill>
                  <a:srgbClr val="78939C"/>
                </a:solidFill>
              </a:defRPr>
            </a:lvl4pPr>
            <a:lvl5pPr algn="l">
              <a:defRPr sz="975" b="0">
                <a:solidFill>
                  <a:srgbClr val="78939C"/>
                </a:solidFill>
              </a:defRPr>
            </a:lvl5pPr>
            <a:lvl6pPr algn="l">
              <a:defRPr sz="975" b="0">
                <a:solidFill>
                  <a:srgbClr val="78939C"/>
                </a:solidFill>
              </a:defRPr>
            </a:lvl6pPr>
            <a:lvl7pPr algn="l">
              <a:defRPr sz="975" b="0">
                <a:solidFill>
                  <a:srgbClr val="78939C"/>
                </a:solidFill>
              </a:defRPr>
            </a:lvl7pPr>
            <a:lvl8pPr algn="l">
              <a:defRPr sz="975" b="0">
                <a:solidFill>
                  <a:srgbClr val="78939C"/>
                </a:solidFill>
              </a:defRPr>
            </a:lvl8pPr>
            <a:lvl9pPr algn="l">
              <a:defRPr sz="975" b="0">
                <a:solidFill>
                  <a:srgbClr val="78939C"/>
                </a:solidFill>
              </a:defRPr>
            </a:lvl9pPr>
          </a:lstStyle>
          <a:p xmlns:a="http://schemas.openxmlformats.org/drawingml/2006/main">
            <a:pPr algn="l">
              <a:defRPr sz="975" b="0">
                <a:solidFill>
                  <a:srgbClr val="78939C"/>
                </a:solidFill>
              </a:defRPr>
            </a:pPr>
            <a:r>
              <a:rPr sz="975" b="0">
                <a:solidFill>
                  <a:srgbClr val="78939C"/>
                </a:solidFill>
              </a:rPr>
              <a:t>ERP Camaronera  |  Proyecto Parcial I  |  08</a:t>
            </a:r>
          </a:p>
        </p:txBody>
      </p:sp>
      <p:sp>
        <p:nvSpPr>
          <p:cNvPr id="4" name="">
            <a:extLst xmlns:a="http://schemas.openxmlformats.org/drawingml/2006/main">
              <a:ext uri="{FF2B5EF4-FFF2-40B4-BE49-F238E27FC236}">
                <a16:creationId xmlns:a16="http://schemas.microsoft.com/office/drawing/2014/main" id="{6C63773B-D1E4-4D31-BF42-F560E48DE4D7}"/>
              </a:ext>
            </a:extLst>
          </p:cNvPr>
          <p:cNvSpPr>
            <a:spLocks xmlns:a="http://schemas.openxmlformats.org/drawingml/2006/main" noGrp="1"/>
          </p:cNvSpPr>
          <p:nvPr/>
        </p:nvSpPr>
        <p:spPr>
          <a:xfrm xmlns:a="http://schemas.openxmlformats.org/drawingml/2006/main">
            <a:off x="819150" y="19812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35D0C5"/>
                </a:solidFill>
              </a:defRPr>
            </a:defPPr>
            <a:lvl1pPr algn="l">
              <a:defRPr sz="2100" b="1">
                <a:solidFill>
                  <a:srgbClr val="35D0C5"/>
                </a:solidFill>
              </a:defRPr>
            </a:lvl1pPr>
            <a:lvl2pPr algn="l">
              <a:defRPr sz="2100" b="1">
                <a:solidFill>
                  <a:srgbClr val="35D0C5"/>
                </a:solidFill>
              </a:defRPr>
            </a:lvl2pPr>
            <a:lvl3pPr algn="l">
              <a:defRPr sz="2100" b="1">
                <a:solidFill>
                  <a:srgbClr val="35D0C5"/>
                </a:solidFill>
              </a:defRPr>
            </a:lvl3pPr>
            <a:lvl4pPr algn="l">
              <a:defRPr sz="2100" b="1">
                <a:solidFill>
                  <a:srgbClr val="35D0C5"/>
                </a:solidFill>
              </a:defRPr>
            </a:lvl4pPr>
            <a:lvl5pPr algn="l">
              <a:defRPr sz="2100" b="1">
                <a:solidFill>
                  <a:srgbClr val="35D0C5"/>
                </a:solidFill>
              </a:defRPr>
            </a:lvl5pPr>
            <a:lvl6pPr algn="l">
              <a:defRPr sz="2100" b="1">
                <a:solidFill>
                  <a:srgbClr val="35D0C5"/>
                </a:solidFill>
              </a:defRPr>
            </a:lvl6pPr>
            <a:lvl7pPr algn="l">
              <a:defRPr sz="2100" b="1">
                <a:solidFill>
                  <a:srgbClr val="35D0C5"/>
                </a:solidFill>
              </a:defRPr>
            </a:lvl7pPr>
            <a:lvl8pPr algn="l">
              <a:defRPr sz="2100" b="1">
                <a:solidFill>
                  <a:srgbClr val="35D0C5"/>
                </a:solidFill>
              </a:defRPr>
            </a:lvl8pPr>
            <a:lvl9pPr algn="l">
              <a:defRPr sz="2100" b="1">
                <a:solidFill>
                  <a:srgbClr val="35D0C5"/>
                </a:solidFill>
              </a:defRPr>
            </a:lvl9pPr>
          </a:lstStyle>
          <a:p xmlns:a="http://schemas.openxmlformats.org/drawingml/2006/main">
            <a:pPr algn="l">
              <a:defRPr sz="2100" b="1">
                <a:solidFill>
                  <a:srgbClr val="35D0C5"/>
                </a:solidFill>
              </a:defRPr>
            </a:pPr>
            <a:r>
              <a:rPr sz="2100" b="1">
                <a:solidFill>
                  <a:srgbClr val="35D0C5"/>
                </a:solidFill>
              </a:rPr>
              <a:t>Issue</a:t>
            </a:r>
          </a:p>
        </p:txBody>
      </p:sp>
      <p:sp>
        <p:nvSpPr>
          <p:cNvPr id="5" name="">
            <a:extLst xmlns:a="http://schemas.openxmlformats.org/drawingml/2006/main">
              <a:ext uri="{FF2B5EF4-FFF2-40B4-BE49-F238E27FC236}">
                <a16:creationId xmlns:a16="http://schemas.microsoft.com/office/drawing/2014/main" id="{9AE3C389-BD57-4C38-BC46-324D6F64C2D9}"/>
              </a:ext>
            </a:extLst>
          </p:cNvPr>
          <p:cNvSpPr>
            <a:spLocks xmlns:a="http://schemas.openxmlformats.org/drawingml/2006/main" noGrp="1"/>
          </p:cNvSpPr>
          <p:nvPr/>
        </p:nvSpPr>
        <p:spPr>
          <a:xfrm xmlns:a="http://schemas.openxmlformats.org/drawingml/2006/main">
            <a:off x="819150" y="2495550"/>
            <a:ext cx="2190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4F7F8"/>
                </a:solidFill>
              </a:defRPr>
            </a:defPPr>
            <a:lvl1pPr algn="l">
              <a:defRPr sz="1575" b="0">
                <a:solidFill>
                  <a:srgbClr val="F4F7F8"/>
                </a:solidFill>
              </a:defRPr>
            </a:lvl1pPr>
            <a:lvl2pPr algn="l">
              <a:defRPr sz="1575" b="0">
                <a:solidFill>
                  <a:srgbClr val="F4F7F8"/>
                </a:solidFill>
              </a:defRPr>
            </a:lvl2pPr>
            <a:lvl3pPr algn="l">
              <a:defRPr sz="1575" b="0">
                <a:solidFill>
                  <a:srgbClr val="F4F7F8"/>
                </a:solidFill>
              </a:defRPr>
            </a:lvl3pPr>
            <a:lvl4pPr algn="l">
              <a:defRPr sz="1575" b="0">
                <a:solidFill>
                  <a:srgbClr val="F4F7F8"/>
                </a:solidFill>
              </a:defRPr>
            </a:lvl4pPr>
            <a:lvl5pPr algn="l">
              <a:defRPr sz="1575" b="0">
                <a:solidFill>
                  <a:srgbClr val="F4F7F8"/>
                </a:solidFill>
              </a:defRPr>
            </a:lvl5pPr>
            <a:lvl6pPr algn="l">
              <a:defRPr sz="1575" b="0">
                <a:solidFill>
                  <a:srgbClr val="F4F7F8"/>
                </a:solidFill>
              </a:defRPr>
            </a:lvl6pPr>
            <a:lvl7pPr algn="l">
              <a:defRPr sz="1575" b="0">
                <a:solidFill>
                  <a:srgbClr val="F4F7F8"/>
                </a:solidFill>
              </a:defRPr>
            </a:lvl7pPr>
            <a:lvl8pPr algn="l">
              <a:defRPr sz="1575" b="0">
                <a:solidFill>
                  <a:srgbClr val="F4F7F8"/>
                </a:solidFill>
              </a:defRPr>
            </a:lvl8pPr>
            <a:lvl9pPr algn="l">
              <a:defRPr sz="1575" b="0">
                <a:solidFill>
                  <a:srgbClr val="F4F7F8"/>
                </a:solidFill>
              </a:defRPr>
            </a:lvl9pPr>
          </a:lstStyle>
          <a:p xmlns:a="http://schemas.openxmlformats.org/drawingml/2006/main">
            <a:pPr algn="l">
              <a:defRPr sz="1575" b="0">
                <a:solidFill>
                  <a:srgbClr val="F4F7F8"/>
                </a:solidFill>
              </a:defRPr>
            </a:pPr>
            <a:r>
              <a:rPr sz="1575" b="0">
                <a:solidFill>
                  <a:srgbClr val="F4F7F8"/>
                </a:solidFill>
              </a:rPr>
              <a:t>Qué problema y qué significa terminado</a:t>
            </a:r>
          </a:p>
        </p:txBody>
      </p:sp>
      <p:sp>
        <p:nvSpPr>
          <p:cNvPr id="6" name="">
            <a:extLst xmlns:a="http://schemas.openxmlformats.org/drawingml/2006/main">
              <a:ext uri="{FF2B5EF4-FFF2-40B4-BE49-F238E27FC236}">
                <a16:creationId xmlns:a16="http://schemas.microsoft.com/office/drawing/2014/main" id="{BE2EB2B4-D7AB-46E2-9939-332CA0CE0F73}"/>
              </a:ext>
            </a:extLst>
          </p:cNvPr>
          <p:cNvSpPr>
            <a:spLocks xmlns:a="http://schemas.openxmlformats.org/drawingml/2006/main" noGrp="1"/>
          </p:cNvSpPr>
          <p:nvPr/>
        </p:nvSpPr>
        <p:spPr>
          <a:xfrm xmlns:a="http://schemas.openxmlformats.org/drawingml/2006/main">
            <a:off x="3667125" y="198120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35D0C5"/>
                </a:solidFill>
              </a:defRPr>
            </a:defPPr>
            <a:lvl1pPr algn="l">
              <a:defRPr sz="2100" b="1">
                <a:solidFill>
                  <a:srgbClr val="35D0C5"/>
                </a:solidFill>
              </a:defRPr>
            </a:lvl1pPr>
            <a:lvl2pPr algn="l">
              <a:defRPr sz="2100" b="1">
                <a:solidFill>
                  <a:srgbClr val="35D0C5"/>
                </a:solidFill>
              </a:defRPr>
            </a:lvl2pPr>
            <a:lvl3pPr algn="l">
              <a:defRPr sz="2100" b="1">
                <a:solidFill>
                  <a:srgbClr val="35D0C5"/>
                </a:solidFill>
              </a:defRPr>
            </a:lvl3pPr>
            <a:lvl4pPr algn="l">
              <a:defRPr sz="2100" b="1">
                <a:solidFill>
                  <a:srgbClr val="35D0C5"/>
                </a:solidFill>
              </a:defRPr>
            </a:lvl4pPr>
            <a:lvl5pPr algn="l">
              <a:defRPr sz="2100" b="1">
                <a:solidFill>
                  <a:srgbClr val="35D0C5"/>
                </a:solidFill>
              </a:defRPr>
            </a:lvl5pPr>
            <a:lvl6pPr algn="l">
              <a:defRPr sz="2100" b="1">
                <a:solidFill>
                  <a:srgbClr val="35D0C5"/>
                </a:solidFill>
              </a:defRPr>
            </a:lvl6pPr>
            <a:lvl7pPr algn="l">
              <a:defRPr sz="2100" b="1">
                <a:solidFill>
                  <a:srgbClr val="35D0C5"/>
                </a:solidFill>
              </a:defRPr>
            </a:lvl7pPr>
            <a:lvl8pPr algn="l">
              <a:defRPr sz="2100" b="1">
                <a:solidFill>
                  <a:srgbClr val="35D0C5"/>
                </a:solidFill>
              </a:defRPr>
            </a:lvl8pPr>
            <a:lvl9pPr algn="l">
              <a:defRPr sz="2100" b="1">
                <a:solidFill>
                  <a:srgbClr val="35D0C5"/>
                </a:solidFill>
              </a:defRPr>
            </a:lvl9pPr>
          </a:lstStyle>
          <a:p xmlns:a="http://schemas.openxmlformats.org/drawingml/2006/main">
            <a:pPr algn="l">
              <a:defRPr sz="2100" b="1">
                <a:solidFill>
                  <a:srgbClr val="35D0C5"/>
                </a:solidFill>
              </a:defRPr>
            </a:pPr>
            <a:r>
              <a:rPr sz="2100" b="1">
                <a:solidFill>
                  <a:srgbClr val="35D0C5"/>
                </a:solidFill>
              </a:rPr>
              <a:t>Milestone</a:t>
            </a:r>
          </a:p>
        </p:txBody>
      </p:sp>
      <p:sp>
        <p:nvSpPr>
          <p:cNvPr id="7" name="">
            <a:extLst xmlns:a="http://schemas.openxmlformats.org/drawingml/2006/main">
              <a:ext uri="{FF2B5EF4-FFF2-40B4-BE49-F238E27FC236}">
                <a16:creationId xmlns:a16="http://schemas.microsoft.com/office/drawing/2014/main" id="{78AEF8C4-73BD-4B3B-BE28-B67462C6607D}"/>
              </a:ext>
            </a:extLst>
          </p:cNvPr>
          <p:cNvSpPr>
            <a:spLocks xmlns:a="http://schemas.openxmlformats.org/drawingml/2006/main" noGrp="1"/>
          </p:cNvSpPr>
          <p:nvPr/>
        </p:nvSpPr>
        <p:spPr>
          <a:xfrm xmlns:a="http://schemas.openxmlformats.org/drawingml/2006/main">
            <a:off x="3667125" y="2495550"/>
            <a:ext cx="2190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4F7F8"/>
                </a:solidFill>
              </a:defRPr>
            </a:defPPr>
            <a:lvl1pPr algn="l">
              <a:defRPr sz="1575" b="0">
                <a:solidFill>
                  <a:srgbClr val="F4F7F8"/>
                </a:solidFill>
              </a:defRPr>
            </a:lvl1pPr>
            <a:lvl2pPr algn="l">
              <a:defRPr sz="1575" b="0">
                <a:solidFill>
                  <a:srgbClr val="F4F7F8"/>
                </a:solidFill>
              </a:defRPr>
            </a:lvl2pPr>
            <a:lvl3pPr algn="l">
              <a:defRPr sz="1575" b="0">
                <a:solidFill>
                  <a:srgbClr val="F4F7F8"/>
                </a:solidFill>
              </a:defRPr>
            </a:lvl3pPr>
            <a:lvl4pPr algn="l">
              <a:defRPr sz="1575" b="0">
                <a:solidFill>
                  <a:srgbClr val="F4F7F8"/>
                </a:solidFill>
              </a:defRPr>
            </a:lvl4pPr>
            <a:lvl5pPr algn="l">
              <a:defRPr sz="1575" b="0">
                <a:solidFill>
                  <a:srgbClr val="F4F7F8"/>
                </a:solidFill>
              </a:defRPr>
            </a:lvl5pPr>
            <a:lvl6pPr algn="l">
              <a:defRPr sz="1575" b="0">
                <a:solidFill>
                  <a:srgbClr val="F4F7F8"/>
                </a:solidFill>
              </a:defRPr>
            </a:lvl6pPr>
            <a:lvl7pPr algn="l">
              <a:defRPr sz="1575" b="0">
                <a:solidFill>
                  <a:srgbClr val="F4F7F8"/>
                </a:solidFill>
              </a:defRPr>
            </a:lvl7pPr>
            <a:lvl8pPr algn="l">
              <a:defRPr sz="1575" b="0">
                <a:solidFill>
                  <a:srgbClr val="F4F7F8"/>
                </a:solidFill>
              </a:defRPr>
            </a:lvl8pPr>
            <a:lvl9pPr algn="l">
              <a:defRPr sz="1575" b="0">
                <a:solidFill>
                  <a:srgbClr val="F4F7F8"/>
                </a:solidFill>
              </a:defRPr>
            </a:lvl9pPr>
          </a:lstStyle>
          <a:p xmlns:a="http://schemas.openxmlformats.org/drawingml/2006/main">
            <a:pPr algn="l">
              <a:defRPr sz="1575" b="0">
                <a:solidFill>
                  <a:srgbClr val="F4F7F8"/>
                </a:solidFill>
              </a:defRPr>
            </a:pPr>
            <a:r>
              <a:rPr sz="1575" b="0">
                <a:solidFill>
                  <a:srgbClr val="F4F7F8"/>
                </a:solidFill>
              </a:rPr>
              <a:t>Meta del parcial + fecha acordada</a:t>
            </a:r>
          </a:p>
        </p:txBody>
      </p:sp>
      <p:sp>
        <p:nvSpPr>
          <p:cNvPr id="8" name="">
            <a:extLst xmlns:a="http://schemas.openxmlformats.org/drawingml/2006/main">
              <a:ext uri="{FF2B5EF4-FFF2-40B4-BE49-F238E27FC236}">
                <a16:creationId xmlns:a16="http://schemas.microsoft.com/office/drawing/2014/main" id="{FB200B75-089F-4162-9024-B6BF081FAFDD}"/>
              </a:ext>
            </a:extLst>
          </p:cNvPr>
          <p:cNvSpPr>
            <a:spLocks xmlns:a="http://schemas.openxmlformats.org/drawingml/2006/main" noGrp="1"/>
          </p:cNvSpPr>
          <p:nvPr/>
        </p:nvSpPr>
        <p:spPr>
          <a:xfrm xmlns:a="http://schemas.openxmlformats.org/drawingml/2006/main">
            <a:off x="6496050" y="19812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35D0C5"/>
                </a:solidFill>
              </a:defRPr>
            </a:defPPr>
            <a:lvl1pPr algn="l">
              <a:defRPr sz="2100" b="1">
                <a:solidFill>
                  <a:srgbClr val="35D0C5"/>
                </a:solidFill>
              </a:defRPr>
            </a:lvl1pPr>
            <a:lvl2pPr algn="l">
              <a:defRPr sz="2100" b="1">
                <a:solidFill>
                  <a:srgbClr val="35D0C5"/>
                </a:solidFill>
              </a:defRPr>
            </a:lvl2pPr>
            <a:lvl3pPr algn="l">
              <a:defRPr sz="2100" b="1">
                <a:solidFill>
                  <a:srgbClr val="35D0C5"/>
                </a:solidFill>
              </a:defRPr>
            </a:lvl3pPr>
            <a:lvl4pPr algn="l">
              <a:defRPr sz="2100" b="1">
                <a:solidFill>
                  <a:srgbClr val="35D0C5"/>
                </a:solidFill>
              </a:defRPr>
            </a:lvl4pPr>
            <a:lvl5pPr algn="l">
              <a:defRPr sz="2100" b="1">
                <a:solidFill>
                  <a:srgbClr val="35D0C5"/>
                </a:solidFill>
              </a:defRPr>
            </a:lvl5pPr>
            <a:lvl6pPr algn="l">
              <a:defRPr sz="2100" b="1">
                <a:solidFill>
                  <a:srgbClr val="35D0C5"/>
                </a:solidFill>
              </a:defRPr>
            </a:lvl6pPr>
            <a:lvl7pPr algn="l">
              <a:defRPr sz="2100" b="1">
                <a:solidFill>
                  <a:srgbClr val="35D0C5"/>
                </a:solidFill>
              </a:defRPr>
            </a:lvl7pPr>
            <a:lvl8pPr algn="l">
              <a:defRPr sz="2100" b="1">
                <a:solidFill>
                  <a:srgbClr val="35D0C5"/>
                </a:solidFill>
              </a:defRPr>
            </a:lvl8pPr>
            <a:lvl9pPr algn="l">
              <a:defRPr sz="2100" b="1">
                <a:solidFill>
                  <a:srgbClr val="35D0C5"/>
                </a:solidFill>
              </a:defRPr>
            </a:lvl9pPr>
          </a:lstStyle>
          <a:p xmlns:a="http://schemas.openxmlformats.org/drawingml/2006/main">
            <a:pPr algn="l">
              <a:defRPr sz="2100" b="1">
                <a:solidFill>
                  <a:srgbClr val="35D0C5"/>
                </a:solidFill>
              </a:defRPr>
            </a:pPr>
            <a:r>
              <a:rPr sz="2100" b="1">
                <a:solidFill>
                  <a:srgbClr val="35D0C5"/>
                </a:solidFill>
              </a:rPr>
              <a:t>Projects</a:t>
            </a:r>
          </a:p>
        </p:txBody>
      </p:sp>
      <p:sp>
        <p:nvSpPr>
          <p:cNvPr id="9" name="">
            <a:extLst xmlns:a="http://schemas.openxmlformats.org/drawingml/2006/main">
              <a:ext uri="{FF2B5EF4-FFF2-40B4-BE49-F238E27FC236}">
                <a16:creationId xmlns:a16="http://schemas.microsoft.com/office/drawing/2014/main" id="{BB2327C4-0AF2-471A-8CA1-FF4A7CFAA914}"/>
              </a:ext>
            </a:extLst>
          </p:cNvPr>
          <p:cNvSpPr>
            <a:spLocks xmlns:a="http://schemas.openxmlformats.org/drawingml/2006/main" noGrp="1"/>
          </p:cNvSpPr>
          <p:nvPr/>
        </p:nvSpPr>
        <p:spPr>
          <a:xfrm xmlns:a="http://schemas.openxmlformats.org/drawingml/2006/main">
            <a:off x="6496050" y="24955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4F7F8"/>
                </a:solidFill>
              </a:defRPr>
            </a:defPPr>
            <a:lvl1pPr algn="l">
              <a:defRPr sz="1575" b="0">
                <a:solidFill>
                  <a:srgbClr val="F4F7F8"/>
                </a:solidFill>
              </a:defRPr>
            </a:lvl1pPr>
            <a:lvl2pPr algn="l">
              <a:defRPr sz="1575" b="0">
                <a:solidFill>
                  <a:srgbClr val="F4F7F8"/>
                </a:solidFill>
              </a:defRPr>
            </a:lvl2pPr>
            <a:lvl3pPr algn="l">
              <a:defRPr sz="1575" b="0">
                <a:solidFill>
                  <a:srgbClr val="F4F7F8"/>
                </a:solidFill>
              </a:defRPr>
            </a:lvl3pPr>
            <a:lvl4pPr algn="l">
              <a:defRPr sz="1575" b="0">
                <a:solidFill>
                  <a:srgbClr val="F4F7F8"/>
                </a:solidFill>
              </a:defRPr>
            </a:lvl4pPr>
            <a:lvl5pPr algn="l">
              <a:defRPr sz="1575" b="0">
                <a:solidFill>
                  <a:srgbClr val="F4F7F8"/>
                </a:solidFill>
              </a:defRPr>
            </a:lvl5pPr>
            <a:lvl6pPr algn="l">
              <a:defRPr sz="1575" b="0">
                <a:solidFill>
                  <a:srgbClr val="F4F7F8"/>
                </a:solidFill>
              </a:defRPr>
            </a:lvl6pPr>
            <a:lvl7pPr algn="l">
              <a:defRPr sz="1575" b="0">
                <a:solidFill>
                  <a:srgbClr val="F4F7F8"/>
                </a:solidFill>
              </a:defRPr>
            </a:lvl7pPr>
            <a:lvl8pPr algn="l">
              <a:defRPr sz="1575" b="0">
                <a:solidFill>
                  <a:srgbClr val="F4F7F8"/>
                </a:solidFill>
              </a:defRPr>
            </a:lvl8pPr>
            <a:lvl9pPr algn="l">
              <a:defRPr sz="1575" b="0">
                <a:solidFill>
                  <a:srgbClr val="F4F7F8"/>
                </a:solidFill>
              </a:defRPr>
            </a:lvl9pPr>
          </a:lstStyle>
          <a:p xmlns:a="http://schemas.openxmlformats.org/drawingml/2006/main">
            <a:pPr algn="l">
              <a:defRPr sz="1575" b="0">
                <a:solidFill>
                  <a:srgbClr val="F4F7F8"/>
                </a:solidFill>
              </a:defRPr>
            </a:pPr>
            <a:r>
              <a:rPr sz="1575" b="0">
                <a:solidFill>
                  <a:srgbClr val="F4F7F8"/>
                </a:solidFill>
              </a:rPr>
              <a:t>Backlog → En progreso → En revisión → Hecho</a:t>
            </a:r>
          </a:p>
        </p:txBody>
      </p:sp>
      <p:sp>
        <p:nvSpPr>
          <p:cNvPr id="10" name="">
            <a:extLst xmlns:a="http://schemas.openxmlformats.org/drawingml/2006/main">
              <a:ext uri="{FF2B5EF4-FFF2-40B4-BE49-F238E27FC236}">
                <a16:creationId xmlns:a16="http://schemas.microsoft.com/office/drawing/2014/main" id="{11316B33-C0B1-41CB-9E92-EFD3B288057D}"/>
              </a:ext>
            </a:extLst>
          </p:cNvPr>
          <p:cNvSpPr>
            <a:spLocks xmlns:a="http://schemas.openxmlformats.org/drawingml/2006/main" noGrp="1"/>
          </p:cNvSpPr>
          <p:nvPr/>
        </p:nvSpPr>
        <p:spPr>
          <a:xfrm xmlns:a="http://schemas.openxmlformats.org/drawingml/2006/main">
            <a:off x="819150" y="4762500"/>
            <a:ext cx="1019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F4F7F8"/>
                </a:solidFill>
              </a:defRPr>
            </a:defPPr>
            <a:lvl1pPr algn="l">
              <a:defRPr sz="1800" b="0">
                <a:solidFill>
                  <a:srgbClr val="F4F7F8"/>
                </a:solidFill>
              </a:defRPr>
            </a:lvl1pPr>
            <a:lvl2pPr algn="l">
              <a:defRPr sz="1800" b="0">
                <a:solidFill>
                  <a:srgbClr val="F4F7F8"/>
                </a:solidFill>
              </a:defRPr>
            </a:lvl2pPr>
            <a:lvl3pPr algn="l">
              <a:defRPr sz="1800" b="0">
                <a:solidFill>
                  <a:srgbClr val="F4F7F8"/>
                </a:solidFill>
              </a:defRPr>
            </a:lvl3pPr>
            <a:lvl4pPr algn="l">
              <a:defRPr sz="1800" b="0">
                <a:solidFill>
                  <a:srgbClr val="F4F7F8"/>
                </a:solidFill>
              </a:defRPr>
            </a:lvl4pPr>
            <a:lvl5pPr algn="l">
              <a:defRPr sz="1800" b="0">
                <a:solidFill>
                  <a:srgbClr val="F4F7F8"/>
                </a:solidFill>
              </a:defRPr>
            </a:lvl5pPr>
            <a:lvl6pPr algn="l">
              <a:defRPr sz="1800" b="0">
                <a:solidFill>
                  <a:srgbClr val="F4F7F8"/>
                </a:solidFill>
              </a:defRPr>
            </a:lvl6pPr>
            <a:lvl7pPr algn="l">
              <a:defRPr sz="1800" b="0">
                <a:solidFill>
                  <a:srgbClr val="F4F7F8"/>
                </a:solidFill>
              </a:defRPr>
            </a:lvl7pPr>
            <a:lvl8pPr algn="l">
              <a:defRPr sz="1800" b="0">
                <a:solidFill>
                  <a:srgbClr val="F4F7F8"/>
                </a:solidFill>
              </a:defRPr>
            </a:lvl8pPr>
            <a:lvl9pPr algn="l">
              <a:defRPr sz="1800" b="0">
                <a:solidFill>
                  <a:srgbClr val="F4F7F8"/>
                </a:solidFill>
              </a:defRPr>
            </a:lvl9pPr>
          </a:lstStyle>
          <a:p xmlns:a="http://schemas.openxmlformats.org/drawingml/2006/main">
            <a:pPr algn="l">
              <a:defRPr sz="1800" b="0">
                <a:solidFill>
                  <a:srgbClr val="F4F7F8"/>
                </a:solidFill>
              </a:defRPr>
            </a:pPr>
            <a:r>
              <a:rPr sz="1800" b="0">
                <a:solidFill>
                  <a:srgbClr val="F4F7F8"/>
                </a:solidFill>
              </a:rPr>
              <a:t>Vincular Issue, especificación, PR y evidencia. Crear el tablero y el milestone en la cuenta del grupo.</a:t>
            </a:r>
          </a:p>
        </p:txBody>
      </p:sp>
    </p:spTree>
    <p:extLst>
      <p:ext uri="{BB962C8B-B14F-4D97-AF65-F5344CB8AC3E}">
        <p14:creationId xmlns:p14="http://schemas.microsoft.com/office/powerpoint/2010/main" val="1631667070"/>
      </p:ext>
    </p:extLst>
  </p:cSld>
</p:sld>
</file>

<file path=ppt/slides/slide9.xml><?xml version="1.0" encoding="utf-8"?>
<p:sld xmlns:p="http://schemas.openxmlformats.org/presentationml/2006/main">
  <p:cSld>
    <p:bg>
      <p:bgPr>
        <a:solidFill xmlns:a="http://schemas.openxmlformats.org/drawingml/2006/main">
          <a:srgbClr val="061B2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E3ACF8F-48E5-4CDD-AF4E-4201C858B599}"/>
              </a:ext>
            </a:extLst>
          </p:cNvPr>
          <p:cNvSpPr>
            <a:spLocks xmlns:a="http://schemas.openxmlformats.org/drawingml/2006/main" noGrp="1"/>
          </p:cNvSpPr>
          <p:nvPr/>
        </p:nvSpPr>
        <p:spPr>
          <a:xfrm xmlns:a="http://schemas.openxmlformats.org/drawingml/2006/main">
            <a:off x="723900" y="45720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4F7F8"/>
                </a:solidFill>
              </a:defRPr>
            </a:defPPr>
            <a:lvl1pPr algn="l">
              <a:defRPr sz="2550" b="1">
                <a:solidFill>
                  <a:srgbClr val="F4F7F8"/>
                </a:solidFill>
              </a:defRPr>
            </a:lvl1pPr>
            <a:lvl2pPr algn="l">
              <a:defRPr sz="2550" b="1">
                <a:solidFill>
                  <a:srgbClr val="F4F7F8"/>
                </a:solidFill>
              </a:defRPr>
            </a:lvl2pPr>
            <a:lvl3pPr algn="l">
              <a:defRPr sz="2550" b="1">
                <a:solidFill>
                  <a:srgbClr val="F4F7F8"/>
                </a:solidFill>
              </a:defRPr>
            </a:lvl3pPr>
            <a:lvl4pPr algn="l">
              <a:defRPr sz="2550" b="1">
                <a:solidFill>
                  <a:srgbClr val="F4F7F8"/>
                </a:solidFill>
              </a:defRPr>
            </a:lvl4pPr>
            <a:lvl5pPr algn="l">
              <a:defRPr sz="2550" b="1">
                <a:solidFill>
                  <a:srgbClr val="F4F7F8"/>
                </a:solidFill>
              </a:defRPr>
            </a:lvl5pPr>
            <a:lvl6pPr algn="l">
              <a:defRPr sz="2550" b="1">
                <a:solidFill>
                  <a:srgbClr val="F4F7F8"/>
                </a:solidFill>
              </a:defRPr>
            </a:lvl6pPr>
            <a:lvl7pPr algn="l">
              <a:defRPr sz="2550" b="1">
                <a:solidFill>
                  <a:srgbClr val="F4F7F8"/>
                </a:solidFill>
              </a:defRPr>
            </a:lvl7pPr>
            <a:lvl8pPr algn="l">
              <a:defRPr sz="2550" b="1">
                <a:solidFill>
                  <a:srgbClr val="F4F7F8"/>
                </a:solidFill>
              </a:defRPr>
            </a:lvl8pPr>
            <a:lvl9pPr algn="l">
              <a:defRPr sz="2550" b="1">
                <a:solidFill>
                  <a:srgbClr val="F4F7F8"/>
                </a:solidFill>
              </a:defRPr>
            </a:lvl9pPr>
          </a:lstStyle>
          <a:p xmlns:a="http://schemas.openxmlformats.org/drawingml/2006/main">
            <a:pPr algn="l">
              <a:defRPr sz="2550" b="1">
                <a:solidFill>
                  <a:srgbClr val="F4F7F8"/>
                </a:solidFill>
              </a:defRPr>
            </a:pPr>
            <a:r>
              <a:rPr sz="2550" b="1">
                <a:solidFill>
                  <a:srgbClr val="F4F7F8"/>
                </a:solidFill>
              </a:rPr>
              <a:t>Propuesta para una empresa pequeña</a:t>
            </a:r>
          </a:p>
        </p:txBody>
      </p:sp>
      <p:sp>
        <p:nvSpPr>
          <p:cNvPr id="2" name="">
            <a:extLst xmlns:a="http://schemas.openxmlformats.org/drawingml/2006/main">
              <a:ext uri="{FF2B5EF4-FFF2-40B4-BE49-F238E27FC236}">
                <a16:creationId xmlns:a16="http://schemas.microsoft.com/office/drawing/2014/main" id="{DDC48D03-A28F-46F8-8D75-08E5764EFFF7}"/>
              </a:ext>
            </a:extLst>
          </p:cNvPr>
          <p:cNvSpPr>
            <a:spLocks xmlns:a="http://schemas.openxmlformats.org/drawingml/2006/main" noGrp="1"/>
          </p:cNvSpPr>
          <p:nvPr/>
        </p:nvSpPr>
        <p:spPr>
          <a:xfrm xmlns:a="http://schemas.openxmlformats.org/drawingml/2006/main">
            <a:off x="723900" y="1181100"/>
            <a:ext cx="7048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3" name="">
            <a:extLst xmlns:a="http://schemas.openxmlformats.org/drawingml/2006/main">
              <a:ext uri="{FF2B5EF4-FFF2-40B4-BE49-F238E27FC236}">
                <a16:creationId xmlns:a16="http://schemas.microsoft.com/office/drawing/2014/main" id="{2E0140E1-37F8-4E5B-8DC1-BA8983AEB69B}"/>
              </a:ext>
            </a:extLst>
          </p:cNvPr>
          <p:cNvSpPr>
            <a:spLocks xmlns:a="http://schemas.openxmlformats.org/drawingml/2006/main" noGrp="1"/>
          </p:cNvSpPr>
          <p:nvPr/>
        </p:nvSpPr>
        <p:spPr>
          <a:xfrm xmlns:a="http://schemas.openxmlformats.org/drawingml/2006/main">
            <a:off x="723900" y="64293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78939C"/>
                </a:solidFill>
              </a:defRPr>
            </a:defPPr>
            <a:lvl1pPr algn="l">
              <a:defRPr sz="975" b="0">
                <a:solidFill>
                  <a:srgbClr val="78939C"/>
                </a:solidFill>
              </a:defRPr>
            </a:lvl1pPr>
            <a:lvl2pPr algn="l">
              <a:defRPr sz="975" b="0">
                <a:solidFill>
                  <a:srgbClr val="78939C"/>
                </a:solidFill>
              </a:defRPr>
            </a:lvl2pPr>
            <a:lvl3pPr algn="l">
              <a:defRPr sz="975" b="0">
                <a:solidFill>
                  <a:srgbClr val="78939C"/>
                </a:solidFill>
              </a:defRPr>
            </a:lvl3pPr>
            <a:lvl4pPr algn="l">
              <a:defRPr sz="975" b="0">
                <a:solidFill>
                  <a:srgbClr val="78939C"/>
                </a:solidFill>
              </a:defRPr>
            </a:lvl4pPr>
            <a:lvl5pPr algn="l">
              <a:defRPr sz="975" b="0">
                <a:solidFill>
                  <a:srgbClr val="78939C"/>
                </a:solidFill>
              </a:defRPr>
            </a:lvl5pPr>
            <a:lvl6pPr algn="l">
              <a:defRPr sz="975" b="0">
                <a:solidFill>
                  <a:srgbClr val="78939C"/>
                </a:solidFill>
              </a:defRPr>
            </a:lvl6pPr>
            <a:lvl7pPr algn="l">
              <a:defRPr sz="975" b="0">
                <a:solidFill>
                  <a:srgbClr val="78939C"/>
                </a:solidFill>
              </a:defRPr>
            </a:lvl7pPr>
            <a:lvl8pPr algn="l">
              <a:defRPr sz="975" b="0">
                <a:solidFill>
                  <a:srgbClr val="78939C"/>
                </a:solidFill>
              </a:defRPr>
            </a:lvl8pPr>
            <a:lvl9pPr algn="l">
              <a:defRPr sz="975" b="0">
                <a:solidFill>
                  <a:srgbClr val="78939C"/>
                </a:solidFill>
              </a:defRPr>
            </a:lvl9pPr>
          </a:lstStyle>
          <a:p xmlns:a="http://schemas.openxmlformats.org/drawingml/2006/main">
            <a:pPr algn="l">
              <a:defRPr sz="975" b="0">
                <a:solidFill>
                  <a:srgbClr val="78939C"/>
                </a:solidFill>
              </a:defRPr>
            </a:pPr>
            <a:r>
              <a:rPr sz="975" b="0">
                <a:solidFill>
                  <a:srgbClr val="78939C"/>
                </a:solidFill>
              </a:rPr>
              <a:t>ERP Camaronera  |  Proyecto Parcial I  |  09</a:t>
            </a:r>
          </a:p>
        </p:txBody>
      </p:sp>
      <p:sp>
        <p:nvSpPr>
          <p:cNvPr id="4" name="">
            <a:extLst xmlns:a="http://schemas.openxmlformats.org/drawingml/2006/main">
              <a:ext uri="{FF2B5EF4-FFF2-40B4-BE49-F238E27FC236}">
                <a16:creationId xmlns:a16="http://schemas.microsoft.com/office/drawing/2014/main" id="{F1137B60-70A1-4D8C-9CC4-4116F44ECACF}"/>
              </a:ext>
            </a:extLst>
          </p:cNvPr>
          <p:cNvSpPr>
            <a:spLocks xmlns:a="http://schemas.openxmlformats.org/drawingml/2006/main" noGrp="1"/>
          </p:cNvSpPr>
          <p:nvPr/>
        </p:nvSpPr>
        <p:spPr>
          <a:xfrm xmlns:a="http://schemas.openxmlformats.org/drawingml/2006/main">
            <a:off x="781050" y="19526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35D0C5"/>
                </a:solidFill>
              </a:defRPr>
            </a:defPPr>
            <a:lvl1pPr algn="l">
              <a:defRPr sz="1875" b="1">
                <a:solidFill>
                  <a:srgbClr val="35D0C5"/>
                </a:solidFill>
              </a:defRPr>
            </a:lvl1pPr>
            <a:lvl2pPr algn="l">
              <a:defRPr sz="1875" b="1">
                <a:solidFill>
                  <a:srgbClr val="35D0C5"/>
                </a:solidFill>
              </a:defRPr>
            </a:lvl2pPr>
            <a:lvl3pPr algn="l">
              <a:defRPr sz="1875" b="1">
                <a:solidFill>
                  <a:srgbClr val="35D0C5"/>
                </a:solidFill>
              </a:defRPr>
            </a:lvl3pPr>
            <a:lvl4pPr algn="l">
              <a:defRPr sz="1875" b="1">
                <a:solidFill>
                  <a:srgbClr val="35D0C5"/>
                </a:solidFill>
              </a:defRPr>
            </a:lvl4pPr>
            <a:lvl5pPr algn="l">
              <a:defRPr sz="1875" b="1">
                <a:solidFill>
                  <a:srgbClr val="35D0C5"/>
                </a:solidFill>
              </a:defRPr>
            </a:lvl5pPr>
            <a:lvl6pPr algn="l">
              <a:defRPr sz="1875" b="1">
                <a:solidFill>
                  <a:srgbClr val="35D0C5"/>
                </a:solidFill>
              </a:defRPr>
            </a:lvl6pPr>
            <a:lvl7pPr algn="l">
              <a:defRPr sz="1875" b="1">
                <a:solidFill>
                  <a:srgbClr val="35D0C5"/>
                </a:solidFill>
              </a:defRPr>
            </a:lvl7pPr>
            <a:lvl8pPr algn="l">
              <a:defRPr sz="1875" b="1">
                <a:solidFill>
                  <a:srgbClr val="35D0C5"/>
                </a:solidFill>
              </a:defRPr>
            </a:lvl8pPr>
            <a:lvl9pPr algn="l">
              <a:defRPr sz="1875" b="1">
                <a:solidFill>
                  <a:srgbClr val="35D0C5"/>
                </a:solidFill>
              </a:defRPr>
            </a:lvl9pPr>
          </a:lstStyle>
          <a:p xmlns:a="http://schemas.openxmlformats.org/drawingml/2006/main">
            <a:pPr algn="l">
              <a:defRPr sz="1875" b="1">
                <a:solidFill>
                  <a:srgbClr val="35D0C5"/>
                </a:solidFill>
              </a:defRPr>
            </a:pPr>
            <a:r>
              <a:rPr sz="1875" b="1">
                <a:solidFill>
                  <a:srgbClr val="35D0C5"/>
                </a:solidFill>
              </a:rPr>
              <a:t>Planificar</a:t>
            </a:r>
          </a:p>
        </p:txBody>
      </p:sp>
      <p:sp>
        <p:nvSpPr>
          <p:cNvPr id="5" name="">
            <a:extLst xmlns:a="http://schemas.openxmlformats.org/drawingml/2006/main">
              <a:ext uri="{FF2B5EF4-FFF2-40B4-BE49-F238E27FC236}">
                <a16:creationId xmlns:a16="http://schemas.microsoft.com/office/drawing/2014/main" id="{F8B9A0DC-7122-4005-81AF-CF4A9400AECD}"/>
              </a:ext>
            </a:extLst>
          </p:cNvPr>
          <p:cNvSpPr>
            <a:spLocks xmlns:a="http://schemas.openxmlformats.org/drawingml/2006/main" noGrp="1"/>
          </p:cNvSpPr>
          <p:nvPr/>
        </p:nvSpPr>
        <p:spPr>
          <a:xfrm xmlns:a="http://schemas.openxmlformats.org/drawingml/2006/main">
            <a:off x="781050" y="2457450"/>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4F7F8"/>
                </a:solidFill>
              </a:defRPr>
            </a:defPPr>
            <a:lvl1pPr algn="l">
              <a:defRPr sz="1500" b="0">
                <a:solidFill>
                  <a:srgbClr val="F4F7F8"/>
                </a:solidFill>
              </a:defRPr>
            </a:lvl1pPr>
            <a:lvl2pPr algn="l">
              <a:defRPr sz="1500" b="0">
                <a:solidFill>
                  <a:srgbClr val="F4F7F8"/>
                </a:solidFill>
              </a:defRPr>
            </a:lvl2pPr>
            <a:lvl3pPr algn="l">
              <a:defRPr sz="1500" b="0">
                <a:solidFill>
                  <a:srgbClr val="F4F7F8"/>
                </a:solidFill>
              </a:defRPr>
            </a:lvl3pPr>
            <a:lvl4pPr algn="l">
              <a:defRPr sz="1500" b="0">
                <a:solidFill>
                  <a:srgbClr val="F4F7F8"/>
                </a:solidFill>
              </a:defRPr>
            </a:lvl4pPr>
            <a:lvl5pPr algn="l">
              <a:defRPr sz="1500" b="0">
                <a:solidFill>
                  <a:srgbClr val="F4F7F8"/>
                </a:solidFill>
              </a:defRPr>
            </a:lvl5pPr>
            <a:lvl6pPr algn="l">
              <a:defRPr sz="1500" b="0">
                <a:solidFill>
                  <a:srgbClr val="F4F7F8"/>
                </a:solidFill>
              </a:defRPr>
            </a:lvl6pPr>
            <a:lvl7pPr algn="l">
              <a:defRPr sz="1500" b="0">
                <a:solidFill>
                  <a:srgbClr val="F4F7F8"/>
                </a:solidFill>
              </a:defRPr>
            </a:lvl7pPr>
            <a:lvl8pPr algn="l">
              <a:defRPr sz="1500" b="0">
                <a:solidFill>
                  <a:srgbClr val="F4F7F8"/>
                </a:solidFill>
              </a:defRPr>
            </a:lvl8pPr>
            <a:lvl9pPr algn="l">
              <a:defRPr sz="1500" b="0">
                <a:solidFill>
                  <a:srgbClr val="F4F7F8"/>
                </a:solidFill>
              </a:defRPr>
            </a:lvl9pPr>
          </a:lstStyle>
          <a:p xmlns:a="http://schemas.openxmlformats.org/drawingml/2006/main">
            <a:pPr algn="l">
              <a:defRPr sz="1500" b="0">
                <a:solidFill>
                  <a:srgbClr val="F4F7F8"/>
                </a:solidFill>
              </a:defRPr>
            </a:pPr>
            <a:r>
              <a:rPr sz="1500" b="0">
                <a:solidFill>
                  <a:srgbClr val="F4F7F8"/>
                </a:solidFill>
              </a:rPr>
              <a:t>Issue + criterios + especificación</a:t>
            </a:r>
          </a:p>
        </p:txBody>
      </p:sp>
      <p:sp>
        <p:nvSpPr>
          <p:cNvPr id="6" name="">
            <a:extLst xmlns:a="http://schemas.openxmlformats.org/drawingml/2006/main">
              <a:ext uri="{FF2B5EF4-FFF2-40B4-BE49-F238E27FC236}">
                <a16:creationId xmlns:a16="http://schemas.microsoft.com/office/drawing/2014/main" id="{47BC921F-3C50-4627-A938-3FF640E90CF7}"/>
              </a:ext>
            </a:extLst>
          </p:cNvPr>
          <p:cNvSpPr>
            <a:spLocks xmlns:a="http://schemas.openxmlformats.org/drawingml/2006/main" noGrp="1"/>
          </p:cNvSpPr>
          <p:nvPr/>
        </p:nvSpPr>
        <p:spPr>
          <a:xfrm xmlns:a="http://schemas.openxmlformats.org/drawingml/2006/main">
            <a:off x="3352800" y="19526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35D0C5"/>
                </a:solidFill>
              </a:defRPr>
            </a:defPPr>
            <a:lvl1pPr algn="l">
              <a:defRPr sz="1875" b="1">
                <a:solidFill>
                  <a:srgbClr val="35D0C5"/>
                </a:solidFill>
              </a:defRPr>
            </a:lvl1pPr>
            <a:lvl2pPr algn="l">
              <a:defRPr sz="1875" b="1">
                <a:solidFill>
                  <a:srgbClr val="35D0C5"/>
                </a:solidFill>
              </a:defRPr>
            </a:lvl2pPr>
            <a:lvl3pPr algn="l">
              <a:defRPr sz="1875" b="1">
                <a:solidFill>
                  <a:srgbClr val="35D0C5"/>
                </a:solidFill>
              </a:defRPr>
            </a:lvl3pPr>
            <a:lvl4pPr algn="l">
              <a:defRPr sz="1875" b="1">
                <a:solidFill>
                  <a:srgbClr val="35D0C5"/>
                </a:solidFill>
              </a:defRPr>
            </a:lvl4pPr>
            <a:lvl5pPr algn="l">
              <a:defRPr sz="1875" b="1">
                <a:solidFill>
                  <a:srgbClr val="35D0C5"/>
                </a:solidFill>
              </a:defRPr>
            </a:lvl5pPr>
            <a:lvl6pPr algn="l">
              <a:defRPr sz="1875" b="1">
                <a:solidFill>
                  <a:srgbClr val="35D0C5"/>
                </a:solidFill>
              </a:defRPr>
            </a:lvl6pPr>
            <a:lvl7pPr algn="l">
              <a:defRPr sz="1875" b="1">
                <a:solidFill>
                  <a:srgbClr val="35D0C5"/>
                </a:solidFill>
              </a:defRPr>
            </a:lvl7pPr>
            <a:lvl8pPr algn="l">
              <a:defRPr sz="1875" b="1">
                <a:solidFill>
                  <a:srgbClr val="35D0C5"/>
                </a:solidFill>
              </a:defRPr>
            </a:lvl8pPr>
            <a:lvl9pPr algn="l">
              <a:defRPr sz="1875" b="1">
                <a:solidFill>
                  <a:srgbClr val="35D0C5"/>
                </a:solidFill>
              </a:defRPr>
            </a:lvl9pPr>
          </a:lstStyle>
          <a:p xmlns:a="http://schemas.openxmlformats.org/drawingml/2006/main">
            <a:pPr algn="l">
              <a:defRPr sz="1875" b="1">
                <a:solidFill>
                  <a:srgbClr val="35D0C5"/>
                </a:solidFill>
              </a:defRPr>
            </a:pPr>
            <a:r>
              <a:rPr sz="1875" b="1">
                <a:solidFill>
                  <a:srgbClr val="35D0C5"/>
                </a:solidFill>
              </a:rPr>
              <a:t>Construir</a:t>
            </a:r>
          </a:p>
        </p:txBody>
      </p:sp>
      <p:sp>
        <p:nvSpPr>
          <p:cNvPr id="7" name="">
            <a:extLst xmlns:a="http://schemas.openxmlformats.org/drawingml/2006/main">
              <a:ext uri="{FF2B5EF4-FFF2-40B4-BE49-F238E27FC236}">
                <a16:creationId xmlns:a16="http://schemas.microsoft.com/office/drawing/2014/main" id="{6482996F-A5D7-4CA4-826D-D998B87B1EAA}"/>
              </a:ext>
            </a:extLst>
          </p:cNvPr>
          <p:cNvSpPr>
            <a:spLocks xmlns:a="http://schemas.openxmlformats.org/drawingml/2006/main" noGrp="1"/>
          </p:cNvSpPr>
          <p:nvPr/>
        </p:nvSpPr>
        <p:spPr>
          <a:xfrm xmlns:a="http://schemas.openxmlformats.org/drawingml/2006/main">
            <a:off x="3352800" y="2457450"/>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4F7F8"/>
                </a:solidFill>
              </a:defRPr>
            </a:defPPr>
            <a:lvl1pPr algn="l">
              <a:defRPr sz="1500" b="0">
                <a:solidFill>
                  <a:srgbClr val="F4F7F8"/>
                </a:solidFill>
              </a:defRPr>
            </a:lvl1pPr>
            <a:lvl2pPr algn="l">
              <a:defRPr sz="1500" b="0">
                <a:solidFill>
                  <a:srgbClr val="F4F7F8"/>
                </a:solidFill>
              </a:defRPr>
            </a:lvl2pPr>
            <a:lvl3pPr algn="l">
              <a:defRPr sz="1500" b="0">
                <a:solidFill>
                  <a:srgbClr val="F4F7F8"/>
                </a:solidFill>
              </a:defRPr>
            </a:lvl3pPr>
            <a:lvl4pPr algn="l">
              <a:defRPr sz="1500" b="0">
                <a:solidFill>
                  <a:srgbClr val="F4F7F8"/>
                </a:solidFill>
              </a:defRPr>
            </a:lvl4pPr>
            <a:lvl5pPr algn="l">
              <a:defRPr sz="1500" b="0">
                <a:solidFill>
                  <a:srgbClr val="F4F7F8"/>
                </a:solidFill>
              </a:defRPr>
            </a:lvl5pPr>
            <a:lvl6pPr algn="l">
              <a:defRPr sz="1500" b="0">
                <a:solidFill>
                  <a:srgbClr val="F4F7F8"/>
                </a:solidFill>
              </a:defRPr>
            </a:lvl6pPr>
            <a:lvl7pPr algn="l">
              <a:defRPr sz="1500" b="0">
                <a:solidFill>
                  <a:srgbClr val="F4F7F8"/>
                </a:solidFill>
              </a:defRPr>
            </a:lvl7pPr>
            <a:lvl8pPr algn="l">
              <a:defRPr sz="1500" b="0">
                <a:solidFill>
                  <a:srgbClr val="F4F7F8"/>
                </a:solidFill>
              </a:defRPr>
            </a:lvl8pPr>
            <a:lvl9pPr algn="l">
              <a:defRPr sz="1500" b="0">
                <a:solidFill>
                  <a:srgbClr val="F4F7F8"/>
                </a:solidFill>
              </a:defRPr>
            </a:lvl9pPr>
          </a:lstStyle>
          <a:p xmlns:a="http://schemas.openxmlformats.org/drawingml/2006/main">
            <a:pPr algn="l">
              <a:defRPr sz="1500" b="0">
                <a:solidFill>
                  <a:srgbClr val="F4F7F8"/>
                </a:solidFill>
              </a:defRPr>
            </a:pPr>
            <a:r>
              <a:rPr sz="1500" b="0">
                <a:solidFill>
                  <a:srgbClr val="F4F7F8"/>
                </a:solidFill>
              </a:rPr>
              <a:t>Rama corta + cambios pequeños</a:t>
            </a:r>
          </a:p>
        </p:txBody>
      </p:sp>
      <p:sp>
        <p:nvSpPr>
          <p:cNvPr id="8" name="">
            <a:extLst xmlns:a="http://schemas.openxmlformats.org/drawingml/2006/main">
              <a:ext uri="{FF2B5EF4-FFF2-40B4-BE49-F238E27FC236}">
                <a16:creationId xmlns:a16="http://schemas.microsoft.com/office/drawing/2014/main" id="{AC98A22A-F567-4B0E-9329-54515F399E20}"/>
              </a:ext>
            </a:extLst>
          </p:cNvPr>
          <p:cNvSpPr>
            <a:spLocks xmlns:a="http://schemas.openxmlformats.org/drawingml/2006/main" noGrp="1"/>
          </p:cNvSpPr>
          <p:nvPr/>
        </p:nvSpPr>
        <p:spPr>
          <a:xfrm xmlns:a="http://schemas.openxmlformats.org/drawingml/2006/main">
            <a:off x="5924550" y="19526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35D0C5"/>
                </a:solidFill>
              </a:defRPr>
            </a:defPPr>
            <a:lvl1pPr algn="l">
              <a:defRPr sz="1875" b="1">
                <a:solidFill>
                  <a:srgbClr val="35D0C5"/>
                </a:solidFill>
              </a:defRPr>
            </a:lvl1pPr>
            <a:lvl2pPr algn="l">
              <a:defRPr sz="1875" b="1">
                <a:solidFill>
                  <a:srgbClr val="35D0C5"/>
                </a:solidFill>
              </a:defRPr>
            </a:lvl2pPr>
            <a:lvl3pPr algn="l">
              <a:defRPr sz="1875" b="1">
                <a:solidFill>
                  <a:srgbClr val="35D0C5"/>
                </a:solidFill>
              </a:defRPr>
            </a:lvl3pPr>
            <a:lvl4pPr algn="l">
              <a:defRPr sz="1875" b="1">
                <a:solidFill>
                  <a:srgbClr val="35D0C5"/>
                </a:solidFill>
              </a:defRPr>
            </a:lvl4pPr>
            <a:lvl5pPr algn="l">
              <a:defRPr sz="1875" b="1">
                <a:solidFill>
                  <a:srgbClr val="35D0C5"/>
                </a:solidFill>
              </a:defRPr>
            </a:lvl5pPr>
            <a:lvl6pPr algn="l">
              <a:defRPr sz="1875" b="1">
                <a:solidFill>
                  <a:srgbClr val="35D0C5"/>
                </a:solidFill>
              </a:defRPr>
            </a:lvl6pPr>
            <a:lvl7pPr algn="l">
              <a:defRPr sz="1875" b="1">
                <a:solidFill>
                  <a:srgbClr val="35D0C5"/>
                </a:solidFill>
              </a:defRPr>
            </a:lvl7pPr>
            <a:lvl8pPr algn="l">
              <a:defRPr sz="1875" b="1">
                <a:solidFill>
                  <a:srgbClr val="35D0C5"/>
                </a:solidFill>
              </a:defRPr>
            </a:lvl8pPr>
            <a:lvl9pPr algn="l">
              <a:defRPr sz="1875" b="1">
                <a:solidFill>
                  <a:srgbClr val="35D0C5"/>
                </a:solidFill>
              </a:defRPr>
            </a:lvl9pPr>
          </a:lstStyle>
          <a:p xmlns:a="http://schemas.openxmlformats.org/drawingml/2006/main">
            <a:pPr algn="l">
              <a:defRPr sz="1875" b="1">
                <a:solidFill>
                  <a:srgbClr val="35D0C5"/>
                </a:solidFill>
              </a:defRPr>
            </a:pPr>
            <a:r>
              <a:rPr sz="1875" b="1">
                <a:solidFill>
                  <a:srgbClr val="35D0C5"/>
                </a:solidFill>
              </a:rPr>
              <a:t>Verificar</a:t>
            </a:r>
          </a:p>
        </p:txBody>
      </p:sp>
      <p:sp>
        <p:nvSpPr>
          <p:cNvPr id="9" name="">
            <a:extLst xmlns:a="http://schemas.openxmlformats.org/drawingml/2006/main">
              <a:ext uri="{FF2B5EF4-FFF2-40B4-BE49-F238E27FC236}">
                <a16:creationId xmlns:a16="http://schemas.microsoft.com/office/drawing/2014/main" id="{D24E7C5B-F188-4A33-B7A5-834CD8151E4A}"/>
              </a:ext>
            </a:extLst>
          </p:cNvPr>
          <p:cNvSpPr>
            <a:spLocks xmlns:a="http://schemas.openxmlformats.org/drawingml/2006/main" noGrp="1"/>
          </p:cNvSpPr>
          <p:nvPr/>
        </p:nvSpPr>
        <p:spPr>
          <a:xfrm xmlns:a="http://schemas.openxmlformats.org/drawingml/2006/main">
            <a:off x="5924550" y="2457450"/>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4F7F8"/>
                </a:solidFill>
              </a:defRPr>
            </a:defPPr>
            <a:lvl1pPr algn="l">
              <a:defRPr sz="1500" b="0">
                <a:solidFill>
                  <a:srgbClr val="F4F7F8"/>
                </a:solidFill>
              </a:defRPr>
            </a:lvl1pPr>
            <a:lvl2pPr algn="l">
              <a:defRPr sz="1500" b="0">
                <a:solidFill>
                  <a:srgbClr val="F4F7F8"/>
                </a:solidFill>
              </a:defRPr>
            </a:lvl2pPr>
            <a:lvl3pPr algn="l">
              <a:defRPr sz="1500" b="0">
                <a:solidFill>
                  <a:srgbClr val="F4F7F8"/>
                </a:solidFill>
              </a:defRPr>
            </a:lvl3pPr>
            <a:lvl4pPr algn="l">
              <a:defRPr sz="1500" b="0">
                <a:solidFill>
                  <a:srgbClr val="F4F7F8"/>
                </a:solidFill>
              </a:defRPr>
            </a:lvl4pPr>
            <a:lvl5pPr algn="l">
              <a:defRPr sz="1500" b="0">
                <a:solidFill>
                  <a:srgbClr val="F4F7F8"/>
                </a:solidFill>
              </a:defRPr>
            </a:lvl5pPr>
            <a:lvl6pPr algn="l">
              <a:defRPr sz="1500" b="0">
                <a:solidFill>
                  <a:srgbClr val="F4F7F8"/>
                </a:solidFill>
              </a:defRPr>
            </a:lvl6pPr>
            <a:lvl7pPr algn="l">
              <a:defRPr sz="1500" b="0">
                <a:solidFill>
                  <a:srgbClr val="F4F7F8"/>
                </a:solidFill>
              </a:defRPr>
            </a:lvl7pPr>
            <a:lvl8pPr algn="l">
              <a:defRPr sz="1500" b="0">
                <a:solidFill>
                  <a:srgbClr val="F4F7F8"/>
                </a:solidFill>
              </a:defRPr>
            </a:lvl8pPr>
            <a:lvl9pPr algn="l">
              <a:defRPr sz="1500" b="0">
                <a:solidFill>
                  <a:srgbClr val="F4F7F8"/>
                </a:solidFill>
              </a:defRPr>
            </a:lvl9pPr>
          </a:lstStyle>
          <a:p xmlns:a="http://schemas.openxmlformats.org/drawingml/2006/main">
            <a:pPr algn="l">
              <a:defRPr sz="1500" b="0">
                <a:solidFill>
                  <a:srgbClr val="F4F7F8"/>
                </a:solidFill>
              </a:defRPr>
            </a:pPr>
            <a:r>
              <a:rPr sz="1500" b="0">
                <a:solidFill>
                  <a:srgbClr val="F4F7F8"/>
                </a:solidFill>
              </a:rPr>
              <a:t>Build + pruebas + review</a:t>
            </a:r>
          </a:p>
        </p:txBody>
      </p:sp>
      <p:sp>
        <p:nvSpPr>
          <p:cNvPr id="10" name="">
            <a:extLst xmlns:a="http://schemas.openxmlformats.org/drawingml/2006/main">
              <a:ext uri="{FF2B5EF4-FFF2-40B4-BE49-F238E27FC236}">
                <a16:creationId xmlns:a16="http://schemas.microsoft.com/office/drawing/2014/main" id="{E65D6CD6-EB9D-4414-B4E2-2520EFF11A19}"/>
              </a:ext>
            </a:extLst>
          </p:cNvPr>
          <p:cNvSpPr>
            <a:spLocks xmlns:a="http://schemas.openxmlformats.org/drawingml/2006/main" noGrp="1"/>
          </p:cNvSpPr>
          <p:nvPr/>
        </p:nvSpPr>
        <p:spPr>
          <a:xfrm xmlns:a="http://schemas.openxmlformats.org/drawingml/2006/main">
            <a:off x="8496300" y="19526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35D0C5"/>
                </a:solidFill>
              </a:defRPr>
            </a:defPPr>
            <a:lvl1pPr algn="l">
              <a:defRPr sz="1875" b="1">
                <a:solidFill>
                  <a:srgbClr val="35D0C5"/>
                </a:solidFill>
              </a:defRPr>
            </a:lvl1pPr>
            <a:lvl2pPr algn="l">
              <a:defRPr sz="1875" b="1">
                <a:solidFill>
                  <a:srgbClr val="35D0C5"/>
                </a:solidFill>
              </a:defRPr>
            </a:lvl2pPr>
            <a:lvl3pPr algn="l">
              <a:defRPr sz="1875" b="1">
                <a:solidFill>
                  <a:srgbClr val="35D0C5"/>
                </a:solidFill>
              </a:defRPr>
            </a:lvl3pPr>
            <a:lvl4pPr algn="l">
              <a:defRPr sz="1875" b="1">
                <a:solidFill>
                  <a:srgbClr val="35D0C5"/>
                </a:solidFill>
              </a:defRPr>
            </a:lvl4pPr>
            <a:lvl5pPr algn="l">
              <a:defRPr sz="1875" b="1">
                <a:solidFill>
                  <a:srgbClr val="35D0C5"/>
                </a:solidFill>
              </a:defRPr>
            </a:lvl5pPr>
            <a:lvl6pPr algn="l">
              <a:defRPr sz="1875" b="1">
                <a:solidFill>
                  <a:srgbClr val="35D0C5"/>
                </a:solidFill>
              </a:defRPr>
            </a:lvl6pPr>
            <a:lvl7pPr algn="l">
              <a:defRPr sz="1875" b="1">
                <a:solidFill>
                  <a:srgbClr val="35D0C5"/>
                </a:solidFill>
              </a:defRPr>
            </a:lvl7pPr>
            <a:lvl8pPr algn="l">
              <a:defRPr sz="1875" b="1">
                <a:solidFill>
                  <a:srgbClr val="35D0C5"/>
                </a:solidFill>
              </a:defRPr>
            </a:lvl8pPr>
            <a:lvl9pPr algn="l">
              <a:defRPr sz="1875" b="1">
                <a:solidFill>
                  <a:srgbClr val="35D0C5"/>
                </a:solidFill>
              </a:defRPr>
            </a:lvl9pPr>
          </a:lstStyle>
          <a:p xmlns:a="http://schemas.openxmlformats.org/drawingml/2006/main">
            <a:pPr algn="l">
              <a:defRPr sz="1875" b="1">
                <a:solidFill>
                  <a:srgbClr val="35D0C5"/>
                </a:solidFill>
              </a:defRPr>
            </a:pPr>
            <a:r>
              <a:rPr sz="1875" b="1">
                <a:solidFill>
                  <a:srgbClr val="35D0C5"/>
                </a:solidFill>
              </a:rPr>
              <a:t>Entregar</a:t>
            </a:r>
          </a:p>
        </p:txBody>
      </p:sp>
      <p:sp>
        <p:nvSpPr>
          <p:cNvPr id="11" name="">
            <a:extLst xmlns:a="http://schemas.openxmlformats.org/drawingml/2006/main">
              <a:ext uri="{FF2B5EF4-FFF2-40B4-BE49-F238E27FC236}">
                <a16:creationId xmlns:a16="http://schemas.microsoft.com/office/drawing/2014/main" id="{3BBE267F-05E4-46F3-8B41-9F081160CE11}"/>
              </a:ext>
            </a:extLst>
          </p:cNvPr>
          <p:cNvSpPr>
            <a:spLocks xmlns:a="http://schemas.openxmlformats.org/drawingml/2006/main" noGrp="1"/>
          </p:cNvSpPr>
          <p:nvPr/>
        </p:nvSpPr>
        <p:spPr>
          <a:xfrm xmlns:a="http://schemas.openxmlformats.org/drawingml/2006/main">
            <a:off x="8496300" y="2457450"/>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4F7F8"/>
                </a:solidFill>
              </a:defRPr>
            </a:defPPr>
            <a:lvl1pPr algn="l">
              <a:defRPr sz="1500" b="0">
                <a:solidFill>
                  <a:srgbClr val="F4F7F8"/>
                </a:solidFill>
              </a:defRPr>
            </a:lvl1pPr>
            <a:lvl2pPr algn="l">
              <a:defRPr sz="1500" b="0">
                <a:solidFill>
                  <a:srgbClr val="F4F7F8"/>
                </a:solidFill>
              </a:defRPr>
            </a:lvl2pPr>
            <a:lvl3pPr algn="l">
              <a:defRPr sz="1500" b="0">
                <a:solidFill>
                  <a:srgbClr val="F4F7F8"/>
                </a:solidFill>
              </a:defRPr>
            </a:lvl3pPr>
            <a:lvl4pPr algn="l">
              <a:defRPr sz="1500" b="0">
                <a:solidFill>
                  <a:srgbClr val="F4F7F8"/>
                </a:solidFill>
              </a:defRPr>
            </a:lvl4pPr>
            <a:lvl5pPr algn="l">
              <a:defRPr sz="1500" b="0">
                <a:solidFill>
                  <a:srgbClr val="F4F7F8"/>
                </a:solidFill>
              </a:defRPr>
            </a:lvl5pPr>
            <a:lvl6pPr algn="l">
              <a:defRPr sz="1500" b="0">
                <a:solidFill>
                  <a:srgbClr val="F4F7F8"/>
                </a:solidFill>
              </a:defRPr>
            </a:lvl6pPr>
            <a:lvl7pPr algn="l">
              <a:defRPr sz="1500" b="0">
                <a:solidFill>
                  <a:srgbClr val="F4F7F8"/>
                </a:solidFill>
              </a:defRPr>
            </a:lvl7pPr>
            <a:lvl8pPr algn="l">
              <a:defRPr sz="1500" b="0">
                <a:solidFill>
                  <a:srgbClr val="F4F7F8"/>
                </a:solidFill>
              </a:defRPr>
            </a:lvl8pPr>
            <a:lvl9pPr algn="l">
              <a:defRPr sz="1500" b="0">
                <a:solidFill>
                  <a:srgbClr val="F4F7F8"/>
                </a:solidFill>
              </a:defRPr>
            </a:lvl9pPr>
          </a:lstStyle>
          <a:p xmlns:a="http://schemas.openxmlformats.org/drawingml/2006/main">
            <a:pPr algn="l">
              <a:defRPr sz="1500" b="0">
                <a:solidFill>
                  <a:srgbClr val="F4F7F8"/>
                </a:solidFill>
              </a:defRPr>
            </a:pPr>
            <a:r>
              <a:rPr sz="1500" b="0">
                <a:solidFill>
                  <a:srgbClr val="F4F7F8"/>
                </a:solidFill>
              </a:rPr>
              <a:t>Merge + despliegue controlado</a:t>
            </a:r>
          </a:p>
        </p:txBody>
      </p:sp>
      <p:sp>
        <p:nvSpPr>
          <p:cNvPr id="12" name="">
            <a:extLst xmlns:a="http://schemas.openxmlformats.org/drawingml/2006/main">
              <a:ext uri="{FF2B5EF4-FFF2-40B4-BE49-F238E27FC236}">
                <a16:creationId xmlns:a16="http://schemas.microsoft.com/office/drawing/2014/main" id="{2CE84B41-8B98-4EB8-86C3-5B27190B1CD7}"/>
              </a:ext>
            </a:extLst>
          </p:cNvPr>
          <p:cNvSpPr>
            <a:spLocks xmlns:a="http://schemas.openxmlformats.org/drawingml/2006/main" noGrp="1"/>
          </p:cNvSpPr>
          <p:nvPr/>
        </p:nvSpPr>
        <p:spPr>
          <a:xfrm xmlns:a="http://schemas.openxmlformats.org/drawingml/2006/main">
            <a:off x="781050" y="4229100"/>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F4F7F8"/>
                </a:solidFill>
              </a:defRPr>
            </a:defPPr>
            <a:lvl1pPr algn="l">
              <a:defRPr sz="1725" b="0">
                <a:solidFill>
                  <a:srgbClr val="F4F7F8"/>
                </a:solidFill>
              </a:defRPr>
            </a:lvl1pPr>
            <a:lvl2pPr algn="l">
              <a:defRPr sz="1725" b="0">
                <a:solidFill>
                  <a:srgbClr val="F4F7F8"/>
                </a:solidFill>
              </a:defRPr>
            </a:lvl2pPr>
            <a:lvl3pPr algn="l">
              <a:defRPr sz="1725" b="0">
                <a:solidFill>
                  <a:srgbClr val="F4F7F8"/>
                </a:solidFill>
              </a:defRPr>
            </a:lvl3pPr>
            <a:lvl4pPr algn="l">
              <a:defRPr sz="1725" b="0">
                <a:solidFill>
                  <a:srgbClr val="F4F7F8"/>
                </a:solidFill>
              </a:defRPr>
            </a:lvl4pPr>
            <a:lvl5pPr algn="l">
              <a:defRPr sz="1725" b="0">
                <a:solidFill>
                  <a:srgbClr val="F4F7F8"/>
                </a:solidFill>
              </a:defRPr>
            </a:lvl5pPr>
            <a:lvl6pPr algn="l">
              <a:defRPr sz="1725" b="0">
                <a:solidFill>
                  <a:srgbClr val="F4F7F8"/>
                </a:solidFill>
              </a:defRPr>
            </a:lvl6pPr>
            <a:lvl7pPr algn="l">
              <a:defRPr sz="1725" b="0">
                <a:solidFill>
                  <a:srgbClr val="F4F7F8"/>
                </a:solidFill>
              </a:defRPr>
            </a:lvl7pPr>
            <a:lvl8pPr algn="l">
              <a:defRPr sz="1725" b="0">
                <a:solidFill>
                  <a:srgbClr val="F4F7F8"/>
                </a:solidFill>
              </a:defRPr>
            </a:lvl8pPr>
            <a:lvl9pPr algn="l">
              <a:defRPr sz="1725" b="0">
                <a:solidFill>
                  <a:srgbClr val="F4F7F8"/>
                </a:solidFill>
              </a:defRPr>
            </a:lvl9pPr>
          </a:lstStyle>
          <a:p xmlns:a="http://schemas.openxmlformats.org/drawingml/2006/main">
            <a:pPr algn="l">
              <a:defRPr sz="1725" b="0">
                <a:solidFill>
                  <a:srgbClr val="F4F7F8"/>
                </a:solidFill>
              </a:defRPr>
            </a:pPr>
            <a:r>
              <a:rPr sz="1725" b="0">
                <a:solidFill>
                  <a:srgbClr val="F4F7F8"/>
                </a:solidFill>
              </a:rPr>
              <a:t>Reglas: main protegida, 1 revisión, checks obligatorios, secrets fuera del repo y rollback documentado.</a:t>
            </a:r>
          </a:p>
        </p:txBody>
      </p:sp>
    </p:spTree>
    <p:extLst>
      <p:ext uri="{BB962C8B-B14F-4D97-AF65-F5344CB8AC3E}">
        <p14:creationId xmlns:p14="http://schemas.microsoft.com/office/powerpoint/2010/main" val="2056102582"/>
      </p:ext>
    </p:extLst>
  </p:cSld>
</p:sld>
</file>

<file path=ppt/slides/slide10.xml><?xml version="1.0" encoding="utf-8"?>
<p:sld xmlns:p="http://schemas.openxmlformats.org/presentationml/2006/main">
  <p:cSld>
    <p:bg>
      <p:bgPr>
        <a:solidFill xmlns:a="http://schemas.openxmlformats.org/drawingml/2006/main">
          <a:srgbClr val="061B2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37C366-95D1-406A-B17A-E601364141AC}"/>
              </a:ext>
            </a:extLst>
          </p:cNvPr>
          <p:cNvSpPr>
            <a:spLocks xmlns:a="http://schemas.openxmlformats.org/drawingml/2006/main" noGrp="1"/>
          </p:cNvSpPr>
          <p:nvPr/>
        </p:nvSpPr>
        <p:spPr>
          <a:xfrm xmlns:a="http://schemas.openxmlformats.org/drawingml/2006/main">
            <a:off x="723900" y="45720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4F7F8"/>
                </a:solidFill>
              </a:defRPr>
            </a:defPPr>
            <a:lvl1pPr algn="l">
              <a:defRPr sz="2550" b="1">
                <a:solidFill>
                  <a:srgbClr val="F4F7F8"/>
                </a:solidFill>
              </a:defRPr>
            </a:lvl1pPr>
            <a:lvl2pPr algn="l">
              <a:defRPr sz="2550" b="1">
                <a:solidFill>
                  <a:srgbClr val="F4F7F8"/>
                </a:solidFill>
              </a:defRPr>
            </a:lvl2pPr>
            <a:lvl3pPr algn="l">
              <a:defRPr sz="2550" b="1">
                <a:solidFill>
                  <a:srgbClr val="F4F7F8"/>
                </a:solidFill>
              </a:defRPr>
            </a:lvl3pPr>
            <a:lvl4pPr algn="l">
              <a:defRPr sz="2550" b="1">
                <a:solidFill>
                  <a:srgbClr val="F4F7F8"/>
                </a:solidFill>
              </a:defRPr>
            </a:lvl4pPr>
            <a:lvl5pPr algn="l">
              <a:defRPr sz="2550" b="1">
                <a:solidFill>
                  <a:srgbClr val="F4F7F8"/>
                </a:solidFill>
              </a:defRPr>
            </a:lvl5pPr>
            <a:lvl6pPr algn="l">
              <a:defRPr sz="2550" b="1">
                <a:solidFill>
                  <a:srgbClr val="F4F7F8"/>
                </a:solidFill>
              </a:defRPr>
            </a:lvl6pPr>
            <a:lvl7pPr algn="l">
              <a:defRPr sz="2550" b="1">
                <a:solidFill>
                  <a:srgbClr val="F4F7F8"/>
                </a:solidFill>
              </a:defRPr>
            </a:lvl7pPr>
            <a:lvl8pPr algn="l">
              <a:defRPr sz="2550" b="1">
                <a:solidFill>
                  <a:srgbClr val="F4F7F8"/>
                </a:solidFill>
              </a:defRPr>
            </a:lvl8pPr>
            <a:lvl9pPr algn="l">
              <a:defRPr sz="2550" b="1">
                <a:solidFill>
                  <a:srgbClr val="F4F7F8"/>
                </a:solidFill>
              </a:defRPr>
            </a:lvl9pPr>
          </a:lstStyle>
          <a:p xmlns:a="http://schemas.openxmlformats.org/drawingml/2006/main">
            <a:pPr algn="l">
              <a:defRPr sz="2550" b="1">
                <a:solidFill>
                  <a:srgbClr val="F4F7F8"/>
                </a:solidFill>
              </a:defRPr>
            </a:pPr>
            <a:r>
              <a:rPr sz="2550" b="1">
                <a:solidFill>
                  <a:srgbClr val="F4F7F8"/>
                </a:solidFill>
              </a:rPr>
              <a:t>Cierre: resultados que puede demostrar el equipo</a:t>
            </a:r>
          </a:p>
        </p:txBody>
      </p:sp>
      <p:sp>
        <p:nvSpPr>
          <p:cNvPr id="2" name="">
            <a:extLst xmlns:a="http://schemas.openxmlformats.org/drawingml/2006/main">
              <a:ext uri="{FF2B5EF4-FFF2-40B4-BE49-F238E27FC236}">
                <a16:creationId xmlns:a16="http://schemas.microsoft.com/office/drawing/2014/main" id="{9A051176-45D4-4D08-803B-A0793C268F80}"/>
              </a:ext>
            </a:extLst>
          </p:cNvPr>
          <p:cNvSpPr>
            <a:spLocks xmlns:a="http://schemas.openxmlformats.org/drawingml/2006/main" noGrp="1"/>
          </p:cNvSpPr>
          <p:nvPr/>
        </p:nvSpPr>
        <p:spPr>
          <a:xfrm xmlns:a="http://schemas.openxmlformats.org/drawingml/2006/main">
            <a:off x="723900" y="1181100"/>
            <a:ext cx="704850" cy="38100"/>
          </a:xfrm>
          <a:prstGeom xmlns:a="http://schemas.openxmlformats.org/drawingml/2006/main" prst="rect">
            <a:avLst/>
          </a:prstGeom>
          <a:solidFill xmlns:a="http://schemas.openxmlformats.org/drawingml/2006/main">
            <a:srgbClr val="35D0C5"/>
          </a:solidFill>
          <a:ln xmlns:a="http://schemas.openxmlformats.org/drawingml/2006/main" w="0">
            <a:solidFill>
              <a:srgbClr val="35D0C5"/>
            </a:solidFill>
            <a:prstDash val="solid"/>
          </a:ln>
        </p:spPr>
      </p:sp>
      <p:sp>
        <p:nvSpPr>
          <p:cNvPr id="3" name="">
            <a:extLst xmlns:a="http://schemas.openxmlformats.org/drawingml/2006/main">
              <a:ext uri="{FF2B5EF4-FFF2-40B4-BE49-F238E27FC236}">
                <a16:creationId xmlns:a16="http://schemas.microsoft.com/office/drawing/2014/main" id="{D58C48A4-B101-434E-B631-E16E6069146A}"/>
              </a:ext>
            </a:extLst>
          </p:cNvPr>
          <p:cNvSpPr>
            <a:spLocks xmlns:a="http://schemas.openxmlformats.org/drawingml/2006/main" noGrp="1"/>
          </p:cNvSpPr>
          <p:nvPr/>
        </p:nvSpPr>
        <p:spPr>
          <a:xfrm xmlns:a="http://schemas.openxmlformats.org/drawingml/2006/main">
            <a:off x="723900" y="64293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78939C"/>
                </a:solidFill>
              </a:defRPr>
            </a:defPPr>
            <a:lvl1pPr algn="l">
              <a:defRPr sz="975" b="0">
                <a:solidFill>
                  <a:srgbClr val="78939C"/>
                </a:solidFill>
              </a:defRPr>
            </a:lvl1pPr>
            <a:lvl2pPr algn="l">
              <a:defRPr sz="975" b="0">
                <a:solidFill>
                  <a:srgbClr val="78939C"/>
                </a:solidFill>
              </a:defRPr>
            </a:lvl2pPr>
            <a:lvl3pPr algn="l">
              <a:defRPr sz="975" b="0">
                <a:solidFill>
                  <a:srgbClr val="78939C"/>
                </a:solidFill>
              </a:defRPr>
            </a:lvl3pPr>
            <a:lvl4pPr algn="l">
              <a:defRPr sz="975" b="0">
                <a:solidFill>
                  <a:srgbClr val="78939C"/>
                </a:solidFill>
              </a:defRPr>
            </a:lvl4pPr>
            <a:lvl5pPr algn="l">
              <a:defRPr sz="975" b="0">
                <a:solidFill>
                  <a:srgbClr val="78939C"/>
                </a:solidFill>
              </a:defRPr>
            </a:lvl5pPr>
            <a:lvl6pPr algn="l">
              <a:defRPr sz="975" b="0">
                <a:solidFill>
                  <a:srgbClr val="78939C"/>
                </a:solidFill>
              </a:defRPr>
            </a:lvl6pPr>
            <a:lvl7pPr algn="l">
              <a:defRPr sz="975" b="0">
                <a:solidFill>
                  <a:srgbClr val="78939C"/>
                </a:solidFill>
              </a:defRPr>
            </a:lvl7pPr>
            <a:lvl8pPr algn="l">
              <a:defRPr sz="975" b="0">
                <a:solidFill>
                  <a:srgbClr val="78939C"/>
                </a:solidFill>
              </a:defRPr>
            </a:lvl8pPr>
            <a:lvl9pPr algn="l">
              <a:defRPr sz="975" b="0">
                <a:solidFill>
                  <a:srgbClr val="78939C"/>
                </a:solidFill>
              </a:defRPr>
            </a:lvl9pPr>
          </a:lstStyle>
          <a:p xmlns:a="http://schemas.openxmlformats.org/drawingml/2006/main">
            <a:pPr algn="l">
              <a:defRPr sz="975" b="0">
                <a:solidFill>
                  <a:srgbClr val="78939C"/>
                </a:solidFill>
              </a:defRPr>
            </a:pPr>
            <a:r>
              <a:rPr sz="975" b="0">
                <a:solidFill>
                  <a:srgbClr val="78939C"/>
                </a:solidFill>
              </a:rPr>
              <a:t>ERP Camaronera  |  Proyecto Parcial I  |  10</a:t>
            </a:r>
          </a:p>
        </p:txBody>
      </p:sp>
      <p:sp>
        <p:nvSpPr>
          <p:cNvPr id="4" name="">
            <a:extLst xmlns:a="http://schemas.openxmlformats.org/drawingml/2006/main">
              <a:ext uri="{FF2B5EF4-FFF2-40B4-BE49-F238E27FC236}">
                <a16:creationId xmlns:a16="http://schemas.microsoft.com/office/drawing/2014/main" id="{3E81B1A3-9FB9-40FC-BED0-23ED905D0D80}"/>
              </a:ext>
            </a:extLst>
          </p:cNvPr>
          <p:cNvSpPr>
            <a:spLocks xmlns:a="http://schemas.openxmlformats.org/drawingml/2006/main" noGrp="1"/>
          </p:cNvSpPr>
          <p:nvPr/>
        </p:nvSpPr>
        <p:spPr>
          <a:xfrm xmlns:a="http://schemas.openxmlformats.org/drawingml/2006/main">
            <a:off x="781050" y="1733550"/>
            <a:ext cx="9906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0">
                <a:solidFill>
                  <a:srgbClr val="F4F7F8"/>
                </a:solidFill>
              </a:defRPr>
            </a:defPPr>
            <a:lvl1pPr algn="l">
              <a:defRPr sz="2250" b="0">
                <a:solidFill>
                  <a:srgbClr val="F4F7F8"/>
                </a:solidFill>
              </a:defRPr>
            </a:lvl1pPr>
            <a:lvl2pPr algn="l">
              <a:defRPr sz="2250" b="0">
                <a:solidFill>
                  <a:srgbClr val="F4F7F8"/>
                </a:solidFill>
              </a:defRPr>
            </a:lvl2pPr>
            <a:lvl3pPr algn="l">
              <a:defRPr sz="2250" b="0">
                <a:solidFill>
                  <a:srgbClr val="F4F7F8"/>
                </a:solidFill>
              </a:defRPr>
            </a:lvl3pPr>
            <a:lvl4pPr algn="l">
              <a:defRPr sz="2250" b="0">
                <a:solidFill>
                  <a:srgbClr val="F4F7F8"/>
                </a:solidFill>
              </a:defRPr>
            </a:lvl4pPr>
            <a:lvl5pPr algn="l">
              <a:defRPr sz="2250" b="0">
                <a:solidFill>
                  <a:srgbClr val="F4F7F8"/>
                </a:solidFill>
              </a:defRPr>
            </a:lvl5pPr>
            <a:lvl6pPr algn="l">
              <a:defRPr sz="2250" b="0">
                <a:solidFill>
                  <a:srgbClr val="F4F7F8"/>
                </a:solidFill>
              </a:defRPr>
            </a:lvl6pPr>
            <a:lvl7pPr algn="l">
              <a:defRPr sz="2250" b="0">
                <a:solidFill>
                  <a:srgbClr val="F4F7F8"/>
                </a:solidFill>
              </a:defRPr>
            </a:lvl7pPr>
            <a:lvl8pPr algn="l">
              <a:defRPr sz="2250" b="0">
                <a:solidFill>
                  <a:srgbClr val="F4F7F8"/>
                </a:solidFill>
              </a:defRPr>
            </a:lvl8pPr>
            <a:lvl9pPr algn="l">
              <a:defRPr sz="2250" b="0">
                <a:solidFill>
                  <a:srgbClr val="F4F7F8"/>
                </a:solidFill>
              </a:defRPr>
            </a:lvl9pPr>
          </a:lstStyle>
          <a:p xmlns:a="http://schemas.openxmlformats.org/drawingml/2006/main">
            <a:pPr algn="l">
              <a:defRPr sz="2250" b="0">
                <a:solidFill>
                  <a:srgbClr val="F4F7F8"/>
                </a:solidFill>
              </a:defRPr>
            </a:pPr>
            <a:r>
              <a:rPr sz="2250" b="0">
                <a:solidFill>
                  <a:srgbClr val="F4F7F8"/>
                </a:solidFill>
              </a:rPr>
              <a:t>Git recupera historia y permite aislar trabajo.</a:t>
            </a:r>
          </a:p>
          <a:p xmlns:a="http://schemas.openxmlformats.org/drawingml/2006/main">
            <a:pPr algn="l">
              <a:defRPr sz="2250" b="0">
                <a:solidFill>
                  <a:srgbClr val="F4F7F8"/>
                </a:solidFill>
              </a:defRPr>
            </a:pPr>
            <a:r>
              <a:rPr sz="2250" b="0">
                <a:solidFill>
                  <a:srgbClr val="F4F7F8"/>
                </a:solidFill>
              </a:rPr>
              <a:t>DevOps automatiza retroalimentación y reduce errores tardíos.</a:t>
            </a:r>
          </a:p>
          <a:p xmlns:a="http://schemas.openxmlformats.org/drawingml/2006/main">
            <a:pPr algn="l">
              <a:defRPr sz="2250" b="0">
                <a:solidFill>
                  <a:srgbClr val="F4F7F8"/>
                </a:solidFill>
              </a:defRPr>
            </a:pPr>
            <a:r>
              <a:rPr sz="2250" b="0">
                <a:solidFill>
                  <a:srgbClr val="F4F7F8"/>
                </a:solidFill>
              </a:rPr>
              <a:t>La IA acelera exploración, con revisión humana.</a:t>
            </a:r>
          </a:p>
          <a:p xmlns:a="http://schemas.openxmlformats.org/drawingml/2006/main">
            <a:pPr algn="l">
              <a:defRPr sz="2250" b="0">
                <a:solidFill>
                  <a:srgbClr val="F4F7F8"/>
                </a:solidFill>
              </a:defRPr>
            </a:pPr>
            <a:r>
              <a:rPr sz="2250" b="0">
                <a:solidFill>
                  <a:srgbClr val="F4F7F8"/>
                </a:solidFill>
              </a:rPr>
              <a:t>La herramienta más demostrable aquí: Actions.</a:t>
            </a:r>
          </a:p>
        </p:txBody>
      </p:sp>
      <p:sp>
        <p:nvSpPr>
          <p:cNvPr id="5" name="">
            <a:extLst xmlns:a="http://schemas.openxmlformats.org/drawingml/2006/main">
              <a:ext uri="{FF2B5EF4-FFF2-40B4-BE49-F238E27FC236}">
                <a16:creationId xmlns:a16="http://schemas.microsoft.com/office/drawing/2014/main" id="{CF5AC98D-7F9D-4BE1-9FB0-AA26731836CE}"/>
              </a:ext>
            </a:extLst>
          </p:cNvPr>
          <p:cNvSpPr>
            <a:spLocks xmlns:a="http://schemas.openxmlformats.org/drawingml/2006/main" noGrp="1"/>
          </p:cNvSpPr>
          <p:nvPr/>
        </p:nvSpPr>
        <p:spPr>
          <a:xfrm xmlns:a="http://schemas.openxmlformats.org/drawingml/2006/main">
            <a:off x="781050" y="5219700"/>
            <a:ext cx="1038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3A65A"/>
                </a:solidFill>
              </a:defRPr>
            </a:defPPr>
            <a:lvl1pPr algn="l">
              <a:defRPr sz="1650" b="1">
                <a:solidFill>
                  <a:srgbClr val="F3A65A"/>
                </a:solidFill>
              </a:defRPr>
            </a:lvl1pPr>
            <a:lvl2pPr algn="l">
              <a:defRPr sz="1650" b="1">
                <a:solidFill>
                  <a:srgbClr val="F3A65A"/>
                </a:solidFill>
              </a:defRPr>
            </a:lvl2pPr>
            <a:lvl3pPr algn="l">
              <a:defRPr sz="1650" b="1">
                <a:solidFill>
                  <a:srgbClr val="F3A65A"/>
                </a:solidFill>
              </a:defRPr>
            </a:lvl3pPr>
            <a:lvl4pPr algn="l">
              <a:defRPr sz="1650" b="1">
                <a:solidFill>
                  <a:srgbClr val="F3A65A"/>
                </a:solidFill>
              </a:defRPr>
            </a:lvl4pPr>
            <a:lvl5pPr algn="l">
              <a:defRPr sz="1650" b="1">
                <a:solidFill>
                  <a:srgbClr val="F3A65A"/>
                </a:solidFill>
              </a:defRPr>
            </a:lvl5pPr>
            <a:lvl6pPr algn="l">
              <a:defRPr sz="1650" b="1">
                <a:solidFill>
                  <a:srgbClr val="F3A65A"/>
                </a:solidFill>
              </a:defRPr>
            </a:lvl6pPr>
            <a:lvl7pPr algn="l">
              <a:defRPr sz="1650" b="1">
                <a:solidFill>
                  <a:srgbClr val="F3A65A"/>
                </a:solidFill>
              </a:defRPr>
            </a:lvl7pPr>
            <a:lvl8pPr algn="l">
              <a:defRPr sz="1650" b="1">
                <a:solidFill>
                  <a:srgbClr val="F3A65A"/>
                </a:solidFill>
              </a:defRPr>
            </a:lvl8pPr>
            <a:lvl9pPr algn="l">
              <a:defRPr sz="1650" b="1">
                <a:solidFill>
                  <a:srgbClr val="F3A65A"/>
                </a:solidFill>
              </a:defRPr>
            </a:lvl9pPr>
          </a:lstStyle>
          <a:p xmlns:a="http://schemas.openxmlformats.org/drawingml/2006/main">
            <a:pPr algn="l">
              <a:defRPr sz="1650" b="1">
                <a:solidFill>
                  <a:srgbClr val="F3A65A"/>
                </a:solidFill>
              </a:defRPr>
            </a:pPr>
            <a:r>
              <a:rPr sz="1650" b="1">
                <a:solidFill>
                  <a:srgbClr val="F3A65A"/>
                </a:solidFill>
              </a:rPr>
              <a:t>Para cerrar: confirmar Angular con el docente, subir el workflow, capturar Actions, proteger main y crear Project + Milestone.</a:t>
            </a:r>
          </a:p>
        </p:txBody>
      </p:sp>
    </p:spTree>
    <p:extLst>
      <p:ext uri="{BB962C8B-B14F-4D97-AF65-F5344CB8AC3E}">
        <p14:creationId xmlns:p14="http://schemas.microsoft.com/office/powerpoint/2010/main" val="15667593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2026-10-28T06:13:28.1670000Z</dcterms:created>
  <dcterms:modified xsi:type="dcterms:W3CDTF">2026-10-28T06:13:28.1670000Z</dcterms:modified>
</coreProperties>
</file>